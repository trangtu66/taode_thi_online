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2743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1E293B"/>
                </a:solidFill>
                <a:latin typeface="Calibri"/>
              </a:rPr>
              <a:t>ĐỀ CƯƠNG ÔN TẬP GIỮA HỌC KÌ I</a:t>
            </a:r>
          </a:p>
          <a:p>
            <a:pPr algn="ctr">
              <a:spcAft>
                <a:spcPts val="800"/>
              </a:spcAft>
            </a:pPr>
            <a:r>
              <a:rPr sz="2800">
                <a:solidFill>
                  <a:srgbClr val="1E293B"/>
                </a:solidFill>
                <a:latin typeface="Calibri"/>
              </a:rPr>
              <a:t>Môn Sinh học – Lớp 12 · Năm học 2026 – 2027</a:t>
            </a:r>
          </a:p>
          <a:p>
            <a:pPr algn="ctr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Trường THPT · Biên soạn: TTT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CƯƠNG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CẤU TRÚC ĐỀ CƯƠNG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1. Tóm tắt lý thuyết – Bài 1: DNA và cơ chế tái bản DNA, Bài 2: Gene, hệ gene và quá trình truyền đạt thông tin di truyền, Bài 3: Điều hoà biểu hiện gene, Bài 4: Đột biến gene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2. Bài tập luyện tập (gấp đôi ma trận) – trong file Word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Phần 3. Đề minh họa – mỗi câu: slide đề → slide lời giải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1: DNA VÀ CƠ CHẾ TÁI BẢN DNA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</a:t>
            </a:r>
          </a:p>
        </p:txBody>
      </p:sp>
      <p:pic>
        <p:nvPicPr>
          <p:cNvPr id="7" name="Picture 6" descr="SoDoTuDuy_SINH12_STEM_Bai1_DNAVaCoCheTaiBanDNA_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2: GENE, HỆ GENE VÀ QUÁ TRÌNH TRUYỀN ĐẠT THÔNG TIN DI TRUYỀN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</a:t>
            </a:r>
          </a:p>
        </p:txBody>
      </p:sp>
      <p:pic>
        <p:nvPicPr>
          <p:cNvPr id="7" name="Picture 6" descr="SoDoTuDuy_SINH12_Bai2_GeneHeGeneVaTruyenDatThongTinDiTruyen_T2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3: ĐIỀU HOÀ BIỂU HIỆN GENE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</a:t>
            </a:r>
          </a:p>
        </p:txBody>
      </p:sp>
      <p:pic>
        <p:nvPicPr>
          <p:cNvPr id="7" name="Picture 6" descr="SoDoTuDuy_SINH12_Bai3_DieuHoaBieuHienGene_T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LÝ THUYẾT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4: ĐỘT BIẾN GENE · 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6</a:t>
            </a:r>
          </a:p>
        </p:txBody>
      </p:sp>
      <p:pic>
        <p:nvPicPr>
          <p:cNvPr id="7" name="Picture 6" descr="SoDoTuDuy_SINH12_Bai4_DotBienGene_T6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11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Chức năng của DNA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xúc tác các phản ứng hoá sinh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mang, bảo quản và truyền đạt thông tin di truyền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vận chuyển amino acid đến ribosome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cấu tạo nên màng tế bào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Mã di truyền có tính thoái hoá nghĩa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mỗi bộ ba chỉ mã hoá một amino acid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nhiều bộ ba khác nhau có thể cùng quy định một amino acid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mọi sinh vật dùng chung một bộ mã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mã được đọc từ một điểm theo từng bộ 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III.4a.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Gene điều hoà lacI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quy định enzyme permease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nằm giữa promoter và operator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quy định protein ức chế và không thuộc operon lac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chỉ hoạt động khi có lactose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I.2a.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Dựa trên cơ chế phát sinh, đột biến điểm gồm các dạng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đa bội, lệch bội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lặp đoạn, đảo đoạn, chuyển đoạn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thể một, thể ba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thay thế, thêm, mất một cặp nucleotide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I.2.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Vì sao protein không thể đảm nhận chức năng của vật chất di truyền?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protein không có cấu trúc theo nguyên tắc bổ sung nên không tự sao chép được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protein không có đơn phân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protein chỉ có ở tế bào nhân thực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protein quá bền nên không biến đổi được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SGV tr.18: cấu trúc protein không có cơ chế để enzyme sao chép trình tự amino acid.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Đặc điểm cấu trúc phần lớn gene quy định protein ở sinh vật nhân thực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gene phân mảnh – vùng mã hoá có exon xen kẽ intron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các gene cùng chung một vùng điều hoà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không có vùng điều hoà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chỉ gồm vùng mã hoá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Hình 2.2b.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Ba gene cấu trúc của operon lac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lacZ, lacY, lacA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lacI, lacZ, lacY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P, O, lacZ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lacI, lacA, lacY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I.2a.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Đột biến điểm là đột biến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làm thay đổi số lượng NST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làm thay đổi một cặp nucleotide trong gene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làm thay đổi cấu trúc NST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làm mất cả một gene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Đoạn mồi trong quá trình tái bản DNA có vai trò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tách hai mạch DNA ra khỏi nhau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nối các đoạn Okazaki lại với nhau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cung cấp đầu 3’–OH để DNA polymerase tổng hợp mạch mới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sửa chữa sai sót trên mạch khuôn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Đoạn mồi là đoạn RNA ngắn do RNA polymerase tổng hợp.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Không thể tính số amino acid của chuỗi polypeptide chỉ từ tổng số nucleotide vùng mã hoá của gene nhân thực vì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mRNA không có bộ ba kết thúc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mã di truyền là mã bộ đôi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ribosome đọc ngẫu nhiên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vùng mã hoá có intron bị loại bỏ khi tạo mRNA trưởng thành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SGV tr.25.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Ý nghĩa của điều hoà biểu hiện gene ở sinh vật đa bào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làm thay đổi trình tự DNA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làm mọi gene luôn hoạt động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tăng số lượng gene trong tế bào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giúp các tế bào cùng hệ gene biệt hoá thực hiện các chức năng khác nhau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Kiến thức cốt lõi.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Đột biến thêm hoặc mất một cặp nucleotide thường gây hậu quả lớn hơn đột biến thay thế vì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làm mất cả gene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làm dịch khung đọc, thay đổi các bộ ba từ điểm đột biến về sau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không thay đổi amino acid nào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chỉ xảy ra ở NST giới tính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Suy luận từ đặc điểm mã bộ ba.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Kết quả của quá trình tái bản theo nguyên tắc bán bảo toàn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mỗi mạch DNA con gồm các đoạn cũ xen kẽ đoạn mới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một DNA con gồm hai mạch cũ, DNA con kia gồm hai mạch mới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các DNA con có trình tự khác DNA mẹ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mỗi phân tử DNA con có một mạch cũ của DNA mẹ và một mạch mới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Kiến thức cốt lõi SGK tr.8.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Cấu trúc chung của một gene gồm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mạch khuôn, mạch mới, đoạn mồi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promoter, operator, gene cấu trúc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exon, intron, đuôi poly 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vùng điều hoà, vùng mã hoá, vùng kết thúc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Khi môi trường có lactose, protein ức chế không liên kết được với operator vì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allolactose liên kết với protein ức chế làm thay đổi cấu hình của nó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lactose phá huỷ gene lacI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operator bị đột biến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RNA polymerase đẩy protein ức chế ra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I.2b.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Đột biến gene tự phát xảy ra trong tế bào phần nhiều là do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sai sót trong quá trình tái bản DNA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thức ăn hằng ngày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tế bào thiếu năng lượng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nhiệt độ cơ thể thay đổi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II.1.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Enzyme DNA polymerase tổng hợp mạch mới theo chiều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cả hai chiều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3’ → 5’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5’ → 3’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phụ thuộc vào loại nucleotide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Mạch mới được kéo dài bằng cách gắn nucleotide vào đầu 3’.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Gene là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A. toàn bộ DNA trong tế bào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B. một đoạn của phân tử DNA mang thông tin quy định sản phẩm là chuỗi polypeptide hoặc RNA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C. một phân tử protein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D. một bộ ba nucleotide trên mRNA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 · CÂU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án 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SGK mục I.1.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Đọc thông tin: A liên kết với T bằng hai liên kết hydrogen, G liên kết với C bằng ba liên kết hydrogen. Các nhà khoa học nhận thấy những loài vi khuẩn sống trong suối nước nóng thường có tỉ lệ G – C cao hơn so với tỉ lệ A – T.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Cặp G – C có nhiều liên kết hydrogen hơn cặp A – T.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Phân tử DNA có tỉ lệ G – C càng cao thì càng kém bền với nhiệt độ.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Tỉ lệ G – C cao giúp DNA của vi khuẩn suối nước nóng khó bị tách mạch ở nhiệt độ cao.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Một đoạn DNA có 100 cặp nucleotide, trong đó 40 cặp G – C thì có 240 liên kết hydrogen.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3 so với 2 liên kết hydrogen.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Sai: Càng nhiều liên kết hydrogen, DNA càng ổn định.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Đúng: Phù hợp với môi trường sống nhiệt độ cao.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60 cặp A – T × 2 + 40 cặp G – C × 3 = 120 + 120 = 240.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Một đoạn mRNA có trình tự 5’ AUG UUU GGC UAA 3’. Biết AUG – Met, UUU – Phe, GGC – Gly; UAA là bộ ba kết thúc.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Đoạn mRNA này mã hoá chuỗi polypeptide gồm 3 amino acid: Met – Phe – Gly.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Mạch khuôn của gene tương ứng có trình tự 3’ TAC AAA CCG ATT 5’.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Dịch mã đọc mRNA theo chiều 3’ → 5’.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Nếu đột biến làm UUU thành UUC (cũng mã hoá Phe) thì trình tự amino acid không đổi – thể hiện tính thoái hoá của mã di truyền.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UAA là bộ ba kết thúc, không mã hoá amino acid.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Bổ sung với mRNA theo NTBS.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Ribosome dịch chuyển trên mRNA theo chiều 5’ → 3’.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UUU, UUC cùng mã hoá Phe (Bảng 2.1).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Ở vi khuẩn E. coli, trong môi trường có lactose, operon lac hoạt động tạo ra ba enzyme β-galactosidase, permease, transacetylase.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Ba enzyme này được tổng hợp đồng thời.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Ở E. coli, các gene cấu trúc phiên mã đến đâu được dịch mã đến đó.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Khi lactose bị phân giải hết, operon lac vẫn tiếp tục phiên mã mãi mãi.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Điều hoà kiểu operon giúp vi khuẩn tiết kiệm năng lượng.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Kết luận thí nghiệm Monod – Jacob.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Vi khuẩn không có màng nhân, gene không phân mảnh.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Hết lactose, protein ức chế lại liên kết operator, ngừng phiên mã.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Chỉ tổng hợp enzyme khi cần.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Một đoạn mạch mã hoá của gene có trình tự 5’ ATG GTT GCC 3’, mRNA tương ứng 5’ AUG GUU GCC 3’ mã hoá Met – Val – Ala.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a) Nếu thay G ở bộ ba thứ hai bằng A (GUU → AUU, mã hoá Ile) thì chuỗi polypeptide chỉ thay đổi một amino acid.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b) Mất nucleotide T đầu tiên của bộ ba thứ hai làm dịch khung đọc các bộ ba phía sau.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c) Mọi đột biến thay thế đều làm thay đổi amino acid.</a:t>
            </a:r>
          </a:p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d) Đột biến tạo bộ ba kết thúc sớm có thể làm chuỗi polypeptide ngắn lại.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 · CÂU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a) Đúng: Đột biến thay thế ảnh hưởng một bộ ba.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b) Đúng: Thêm/mất một cặp gây dịch khung.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c) Sai: Do tính thoái hoá, có thể không đổi amino acid (đột biến đồng nghĩa).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d) Đúng: Ví dụ đột biến ở cải tạo súp lơ (SGK).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Một phân tử DNA tái bản liên tiếp 3 lần. Số phân tử DNA con được tạo ra là bao nhiêu?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số: 8.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Mỗi lần tái bản số phân tử tăng gấp đôi: 2³ = 8.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309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Một đoạn DNA có 2 000 cặp nucleotide. Nếu xảy ra đột biến thêm một cặp nucleotide thì đoạn DNA mới có bao nhiêu cặp nucleotide?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ĐỀ MINH HỌA · PHẦN III · CÂU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Đề cương Sinh học 12 · Giữa học kì I         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Đáp số: 2001.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2 000 + 1 = 2 001 cặp.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