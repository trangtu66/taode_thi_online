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ĐỀ CƯƠNG ÔN TẬP GIỮA HỌC KÌ I</a:t>
            </a:r>
          </a:p>
          <a:p>
            <a:pPr algn="ctr">
              <a:spcAft>
                <a:spcPts val="800"/>
              </a:spcAft>
            </a:pPr>
            <a:r>
              <a:rPr sz="2800">
                <a:solidFill>
                  <a:srgbClr val="1E293B"/>
                </a:solidFill>
                <a:latin typeface="Calibri"/>
              </a:rPr>
              <a:t>Môn Sinh học – Lớp 11 · Năm học 2026 – 2027</a:t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Trường THPT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CƯƠNG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ĐỀ CƯƠNG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1. Tóm tắt lý thuyết – Bài 1: Khái quát về trao đổi chất và chuyển hoá năng lượng, Bài 2: Trao đổi nước và khoáng ở thực vật, Bài 3: Thực hành trao đổi nước và khoáng ở thực vật, Bài 4: Quang hợp ở thực vật, Bài 5: Thực hành: Quang hợp ở thực vật, Bài 6: Hô hấp ở thực vật, Bài 7: Thực hành: Hô hấp ở thực vật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2. Bài tập luyện tập (gấp đôi ma trận) – trong file Word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3. Đề minh họa – mỗi câu: slide đề → slide lời giải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1: KHÁI QUÁT VỀ TRAO ĐỔI CHẤT VÀ CHUYỂN HOÁ NĂNG LƯỢNG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</a:t>
            </a:r>
          </a:p>
        </p:txBody>
      </p:sp>
      <p:pic>
        <p:nvPicPr>
          <p:cNvPr id="7" name="Picture 6" descr="SoDoTuDuy_SINH11_Bai1_KhaiQuatTraoDoiChatChuyenHoaNangLuong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2: TRAO ĐỔI NƯỚC VÀ KHOÁNG Ở THỰC VẬT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</a:t>
            </a:r>
          </a:p>
        </p:txBody>
      </p:sp>
      <p:pic>
        <p:nvPicPr>
          <p:cNvPr id="7" name="Picture 6" descr="SoDoTuDuy_SINH11_Bai2_TraoDoiNuocVaKhoangOThucVat_T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3: THỰC HÀNH TRAO ĐỔI NƯỚC VÀ KHOÁNG Ở THỰC VẬT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5</a:t>
            </a:r>
          </a:p>
        </p:txBody>
      </p:sp>
      <p:pic>
        <p:nvPicPr>
          <p:cNvPr id="7" name="Picture 6" descr="SoDoTuDuy_SINH11_STEM_Bai3_ThucHanhTraoDoiNuocVaKhoang_T6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4: QUANG HỢP Ở THỰC VẬT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6</a:t>
            </a:r>
          </a:p>
        </p:txBody>
      </p:sp>
      <p:pic>
        <p:nvPicPr>
          <p:cNvPr id="7" name="Picture 6" descr="SoDoTuDuy_SINH11_Bai4_QuangHopOThucVat_T8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5: THỰC HÀNH: QUANG HỢP Ở THỰC VẬT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7</a:t>
            </a:r>
          </a:p>
        </p:txBody>
      </p:sp>
      <p:pic>
        <p:nvPicPr>
          <p:cNvPr id="7" name="Picture 6" descr="SoDoTuDuy_SINH11_Bai5_TH_QuangHopOThucVat_T11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6: HÔ HẤP Ở THỰC VẬT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8</a:t>
            </a:r>
          </a:p>
        </p:txBody>
      </p:sp>
      <p:pic>
        <p:nvPicPr>
          <p:cNvPr id="7" name="Picture 6" descr="SoDoTuDuy_SINH11_Bai6_HoHapOThucVat_T13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7: THỰC HÀNH: HÔ HẤP Ở THỰC VẬT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9</a:t>
            </a:r>
          </a:p>
        </p:txBody>
      </p:sp>
      <p:pic>
        <p:nvPicPr>
          <p:cNvPr id="7" name="Picture 6" descr="SoDoTuDuy_SINH11_Bai7_TH_HoHapOThucVat_T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Quá trình chuyển hoá năng lượng trong sinh giới gồm ba giai đoạn theo thứ tự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phân giải → tổng hợp → huy động năng lượng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tổng hợp → phân giải → huy động năng lượng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huy động năng lượng → tổng hợp → phân giải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tổng hợp → huy động năng lượng → phân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III, Hình 1.1: năng lượng ánh sáng → tổng hợp → phân giải (ATP) → huy động năng lượng cho hoạt động sống.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Dòng mạch gỗ vận chuyển chủ yếu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O₂ từ lá xuống rễ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sucrose từ lá xuống rễ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nước và chất khoáng từ rễ lên lá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hormone từ rễ lên lá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II.2a.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Giấy tẩm cobalt chloride khô có màu xanh, khi ẩm chuyển sang màu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tím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vàng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đen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hồng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III.1c.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Sắc tố chủ đạo, thiếu nó cây không quang hợp được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xanthophyll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diệp lục b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carotene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diệp lục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I.3a.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Bằng phương pháp sắc kí giấy, sắc tố trong lá được tách thành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1 vệt màu xanh lục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2 vệt: diệp lục và carotenoid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4 vệt: carotene, xanthophyll, diệp lục a, diệp lục b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3 vệt: diệp lục a, diệp lục b, chlorophyll 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SGK: để các sắc tố tách riêng thành 4 loại trong khoảng 10 phút.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Giai đoạn tạo ra nhiều ATP nhất trong hô hấp hiếu khí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chu trình Krebs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đường phân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chuỗi truyền electron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oxy hoá pyruvate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Chuỗi truyền electron tạo khoảng 26 – 28 ATP.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Dùng hạt nảy mầm làm mẫu vật vì hạt nảy mầm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có cường độ hô hấp mạnh, thải nhiều CO₂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quang hợp mạnh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không hô hấp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hấp thụ nhiều CO₂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Hô hấp mạnh nên kết quả rõ trong thời gian ngắn.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Một người bị suy thận, không thải hết urea, uric acid qua nước tiểu. Hậu quả nào sau đây phù hợp?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trao đổi chất của cơ thể diễn ra thuận lợi hơn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cơ thể tăng tổng hợp protein, phát triển nhanh hơn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nhu cầu O₂ của cơ thể giảm về 0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áp suất thẩm thấu, huyết áp tăng; hoạt động tế bào, cơ quan bị rối loạn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SGV tr.17: chất thải ứ đọng làm rối loạn trao đổi chất giữa cơ thể và môi trường.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Động lực nào sau đây không phải động lực của dòng mạch gỗ?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Lực liên kết giữa các phân tử nước và lực bám vào thành mạch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Lực đẩy của áp suất rễ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Sự chênh lệch nồng độ sucrose giữa cơ quan nguồn và cơ quan đích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Lực kéo do thoát hơi nước ở lá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Chênh lệch nồng độ là động lực của dòng mạch rây.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Trong thí nghiệm chứng minh hấp thụ nước ở rễ, nhỏ một giọt dầu vào ống nghiệm nhằm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cung cấp dinh dưỡng cho cây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tránh nước bốc hơi trực tiếp từ bề mặt ống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nhuộm màu nước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diệt vi khuẩn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H 3.1.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Nhóm thực vật nào sau đây là thực vật C₄?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Lúa, khoai, sắn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Mía, ngô, rau dền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Dứa, xương rồng, thuốc bỏng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Đậu, cà chua, rau cải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II.2b.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Trong thí nghiệm với cành rong đuôi chó, bọt khí thoát ra ở cốc để ngoài sáng là khí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hơi nước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carbon dioxide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nitrogen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oxygen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Oxygen giải phóng trong quang hợp tạo thành các bọt khí; que đóm còn tàn đỏ bùng cháy.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Làm đất tơi xốp, vun gốc, chống ngập úng có tác dụng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cung cấp O₂ cho rễ hô hấp hiếu khí, tạo năng lượng hút nước và khoáng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tăng lượng CO₂ trong đất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giảm hô hấp của rễ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giúp rễ quang hợp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Rễ hô hấp hiếu khí cung cấp ATP và chất trung gian làm tăng áp suất thẩm thấu, giúp hút nước, khoáng.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Phương trình phản ứng giữa CO₂ và nước vôi trong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CaCO₃ → CaO + CO₂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CO₂ + H₂O → C₆H₁₂O₆ + O₂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CO₂ + Ca(OH)₂ → CaCO₃ + H₂O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CO₂ + O₂ → CO₃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CaCO₃ là kết tủa trắng.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Nguồn năng lượng khởi đầu trong sinh giới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năng lượng điện của vi khuẩn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nhiệt năng từ lòng đất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hoá năng trong thức ăn của động vật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năng lượng ánh sáng mặt trời (quang năng)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SGK: chất diệp lục của cây xanh thu nhận quang năng để tổng hợp chất hữu cơ từ CO₂ và nước.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Phân hữu cơ thường được dùng để bón lót vì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tác dụng chậm, khó tan, giàu mùn, giữ ẩm, tạo giá thể tơi xốp cho cây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dễ tan, tác dụng nhanh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chứa ít dinh dưỡng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chỉ dùng được cho cây non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Luyện tập và vận dụng câu 3.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Để một bông hoa hồng trắng có cánh mang 2 – 3 màu, cách làm hợp lí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để hoa trong tủ lạnh tối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phun màu lên cánh hoa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cắm cả cành vào hỗn hợp nhiều màu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chẻ dọc cuống thành 2 – 3 nhánh, mỗi nhánh cắm vào một dung dịch màu khác nhau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Mỗi nhánh mạch gỗ dẫn màu lên một phần cánh.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Quang hợp ở thực vật diễn ra tại bào quan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ti thể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lục lạp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ribosome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không bào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I.1.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Quan sát sơ đồ chuyển hoá năng lượng trong sinh giới (Hình 1.1 SGK): Năng lượng ánh sáng → (1) giai đoạn tổng hợp → năng lượng hoá học tích luỹ trong chất hữu cơ → (2) giai đoạn phân giải → năng lượng tích luỹ trong ATP → (3) giai đoạn huy động năng lượng → các hoạt động sống. Ở mỗi giai đoạn đều có một phần năng lượng toả ra dưới dạng nhiệt.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Giai đoạn (1) do cây xanh thực hiện nhờ chất diệp lục.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Giai đoạn (2) chủ yếu nhờ quá trình hô hấp tế bào.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Động vật thực hiện được cả ba giai đoạn (1), (2), (3).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Cuối cùng các dạng năng lượng trong cơ thể đều chuyển thành nhiệt năng và toả ra môi trường.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Cây xanh chuyển quang năng thành hoá năng tích luỹ trong chất hữu cơ.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Đúng: Hô hấp biến đổi phân tử lớn thành phân tử nhỏ, tạo ATP.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Sai: Động vật không nhận năng lượng trực tiếp từ ánh sáng để tổng hợp chất hữu cơ (không có giai đoạn 1).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SGK mục III.3.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Bảng 2.2 (SGK): Tổng lượng chất khoáng cây dưa chuột hấp thụ (mg/kg chất khô) – ở 10 °C: N 13,48; K 18,98; P 7,45; ở 20 °C: N 21,47; K 20,97; P 15,23.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Ở 20 °C, cây hấp thụ cả N, K, P nhiều hơn ở 10 °C.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Lượng P hấp thụ ở 20 °C gấp hơn 2 lần ở 10 °C.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Nhiệt độ tăng càng cao thì hấp thụ khoáng luôn càng tăng, kể cả trên 45 °C.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Ủ ấm gốc cây bằng rơm rạ vào mùa lạnh giúp tăng khả năng hút khoáng của rễ.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Đọc trực tiếp bảng số liệu.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Đúng: 15,23 : 7,45 ≈ 2,04.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Sai: Trên 45 °C lông hút có thể tổn thương, hấp thụ giảm hoặc dừng.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SGK mục IV.2.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Bố trí 3 ống nghiệm: ống 1 có cây còn đủ lá, ống 2 có cây đã ngắt hết lá, ống 3 không có cây (cùng mực nước, có giọt dầu). Sau 1 giờ quan sát mực nước.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Ống 3 là ống đối chứng.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Mực nước ở ống 1 giảm nhiều hơn ống 2.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Mực nước ở ống 3 giảm nhiều nhất vì nước bay hơi.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Thí nghiệm chứng minh rễ hấp thụ nước và thoát hơi nước ở lá là động lực của quá trình đó.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Không có cây.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Đúng: Có thoát hơi nước ở lá tạo lực kéo.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Sai: Giọt dầu ngăn bay hơi; ống 3 gần như không đổi.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Kết hợp kết quả 3 ống.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Đồ thị Hình 4.8 (SGK): cường độ quang hợp tăng khi nồng độ CO₂ tăng từ điểm A đến điểm B, sau B cường độ quang hợp không tăng.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Điểm A là điểm bù CO₂.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Điểm B là điểm bão hoà CO₂.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Nồng độ CO₂ càng cao thì cây càng sinh trưởng tốt, không có giới hạn.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Điểm bù CO₂ của thực vật C₄ thấp hơn thực vật C₃.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11 · Giữa học kì I         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Tại A cường độ quang hợp bằng cường độ hô hấp.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Đúng: Sau B tăng CO₂ quang hợp không tăng.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Sai: Khoảng 0,2% CO₂ có thể làm cây chết vì ngộ độc.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SGK mục III.2.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