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nêu mục tiêu; HS ghi vào vở. Nhắc HS chuẩn bị điện thoại để làm bài củng cố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mở đầu SGK tr.26.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Video khoảng 1,5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youtube.com/watch?v=bP2RoHJgAQY" TargetMode="External"/><Relationship Id="rId4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BÀI 4. QUANG HỢP Ở THỰC VẬT</a:t>
            </a:r>
          </a:p>
          <a:p>
            <a:pPr algn="ctr">
              <a:spcAft>
                <a:spcPts val="800"/>
              </a:spcAft>
            </a:pPr>
            <a:r>
              <a:rPr sz="2400">
                <a:solidFill>
                  <a:srgbClr val="FFFFFF"/>
                </a:solidFill>
                <a:latin typeface="Calibri"/>
              </a:rPr>
              <a:t>Sinh học 11 – Kết nối tri thức với cuộc sống · 03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Trường THPT Vĩnh Thạnh – Tổ Sử – Địa – Sinh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4. Quang hợp ở thực vật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Phát biểu khái niệm, viết phương trình quang hợp; nêu vai trò của quang hợp.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Trình bày vai trò sắc tố; sản phẩm pha sáng (ATP, NADPH).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Nêu các con đường đồng hoá carbon; sự thích nghi của thực vật C₄, CAM.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Phân tích ảnh hưởng của ánh sáng, CO₂, nhiệt độ; mối quan hệ quang hợp – năng suất.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Giải thích biện pháp kĩ thuật, công nghệ nâng cao năng suất cây trồng.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Có ý thức trồng và bảo vệ cây xanh.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8: KHÁI QUÁT VỀ QUANG HỢP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4. Quang hợp ở thực vật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Nguồn thức ăn và nguồn oxygen góp phần duy trì sự sống trên Trái Đất bắt nguồn từ đâu?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KHÁI NIỆM VÀ VAI TRÒ QUANG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4. Quang hợp ở thực vật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Viết phương trình tổng quát của quang hợp. Nguyên liệu, năng lượng có nguồn gốc từ đâu? Sản phẩm có vai trò gì với sinh giới?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Lục lạp + ánh sáng.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KHÁI NIỆM VÀ VAI TRÒ QUANG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4. Quang hợp ở thực vật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6CO₂ + 12H₂O → C₆H₁₂O₆ + 6O₂ + 6H₂O (ánh sáng, lục lạp).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CO₂ từ khí quyển, nước từ đất, năng lượng từ ánh sáng mặt trời.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Cung cấp chất hữu cơ, nguyên liệu, năng lượng (90% năng lượng con người dùng); cân bằng O₂/CO₂.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Quang hợp – nguồn sống của Trái Đất.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HỆ SẮC TỐ QUANG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4. Quang hợp ở thực vật    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Hệ sắc tố chia làm mấy nhóm? Vai trò? Thực vật có lá màu đỏ có quang hợp được không?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Carotenoid → diệp lục b → diệp lục 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HỆ SẮC TỐ QUANG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4. Quang hợp ở thực vật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Diệp lục (diệp lục a chủ đạo; hấp thụ đỏ, xanh tím) và carotenoid (xanthophyll, carotene).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Hấp thụ photon, truyền năng lượng đến diệp lục a ở trung tâm phản ứng → ATP, NADPH.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Lá đỏ vẫn có diệp lục (carotenoid nhiều hơn) → vẫn quang hợp, cường độ không cao.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Diệp lục a – sắc tố không thể thiếu.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9: QUÁ TRÌNH QUANG HỢP – NGOẠI CẢNH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HAI PHA CỦA QUANG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4. Quang hợp ở thực vật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Quá trình quang hợp gồm những pha nào? Nguyên liệu và sản phẩm của mỗi pha?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Màng thylakoid – chất nền lục lạp.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HAI PHA CỦA QUANG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4. Quang hợp ở thực vật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Pha sáng (thylakoid): ánh sáng, H₂O → O₂, ATP, NADPH.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2H₂O → 4H⁺ + 4e + O₂.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Pha tối (chất nền): CO₂, ATP, NADPH → G3P → glucose…; RuBP được tái tạo.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Pha sáng cung cấp ATP, NADPH cho pha tối.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THỰC VẬT C₃, C₄ VÀ CAM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4. Quang hợp ở thực vật  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Tại sao gọi là thực vật C₃, C₄, CAM? Ba nhóm thích nghi với điều kiện sống như thế nào?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Sản phẩm đầu tiên có bao nhiêu carbon?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THỰC VẬT C₃, C₄ VÀ CAM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4. Quang hợp ở thực vật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C₃: sản phẩm đầu 3-PGA (3C); lúa, khoai, sắn; điều kiện ôn hoà.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C₄: sản phẩm đầu OAA (4C); mía, ngô; nóng, sáng mạnh; dự trữ CO₂, năng suất cao.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CAM: cố định CO₂ ban đêm; xương rồng, dứa; khô hạn, khí khổng đóng ban ngày.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Mỗi nhóm thích nghi với một kiểu môi trường.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ẢNH HƯỞNG CỦA NGOẠI CẢNH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4. Quang hợp ở thực vật     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Những yếu tố ngoại cảnh nào ảnh hưởng đến cường độ quang hợp? Vì sao không nên trồng với mật độ quá dày?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Đọc đồ thị Hình 4.7, 4.8.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ẢNH HƯỞNG CỦA NGOẠI CẢNH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4. Quang hợp ở thực vật     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Ánh sáng: điểm bù, điểm bão hoà; miền đỏ mạnh nhất.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CO₂: tăng trong giới hạn; bão hoà 0,06 – 0,1%; 0,2% gây ngộ độc.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Nhiệt độ tối ưu cây nhiệt đới 25 – 30 °C.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Trồng dày → cạnh tranh ánh sáng, nước, dinh dưỡng → năng suất thấp.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Điều khiển ngoại cảnh – tăng quang hợp.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10: QUANG HỢP VÀ NĂNG SUẤT CÂY TRỒNG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4. Quang hợp ở thực vật          17</a:t>
            </a:r>
          </a:p>
        </p:txBody>
      </p:sp>
      <p:pic>
        <p:nvPicPr>
          <p:cNvPr id="7" name="Picture 6" descr="QR_video_bP2RoHJgAQ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Trồng rau thủy canh công nghệ Nhật Bản mang lại hiệu quả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VTV24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Công nghệ nâng cao năng suất cây trồng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https://www.youtube.com/watch?v=bP2RoHJgAQY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QUANG HỢP QUYẾT ĐỊNH NĂNG SUẤT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4. Quang hợp ở thực vật     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Tại sao quang hợp quyết định năng suất cây trồng? Công nghệ trồng cây không cần ánh sáng mặt trời là gì?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Chất khô của cây do đâu tạo ra?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QUANG HỢP QUYẾT ĐỊNH NĂNG SUẤT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4. Quang hợp ở thực vật     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Quang hợp tạo 90 – 95% tổng chất khô; khoáng 5 – 10%.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Biện pháp: bón phân, tưới nước hợp lí, đúng thời vụ, chọn giống.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Đèn LED chủ động cường độ, quang phổ; kết hợp thuỷ canh trồng rau.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Tăng quang hợp = tăng năng suất.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TRỒNG XEN VÀ CÂY CAM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4. Quang hợp ở thực vật     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Vì sao xương rồng, thuốc bỏng sinh trưởng chậm hơn cây C₃, C₄? Vì sao trồng xen cây có điểm bù ánh sáng thấp với cây có điểm bù cao?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Khí khổng của cây CAM mở lúc nào?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TRỒNG XEN VÀ CÂY CAM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4. Quang hợp ở thực vật     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CAM đóng khí khổng ban ngày, CO₂ vào hạn chế → quang hợp yếu, chậm lớn.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Trồng xen giúp hấp thụ tối đa ánh sáng, sử dụng hiệu quả năng lượng.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Ví dụ: cà phê, hồ tiêu dưới cây che bóng.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Bố trí cây hợp lí – tận dụng ánh sáng.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4. Quang hợp ở thực vật          22</a:t>
            </a:r>
          </a:p>
        </p:txBody>
      </p:sp>
      <p:pic>
        <p:nvPicPr>
          <p:cNvPr id="7" name="Picture 6" descr="SoDoTuDuy_SINH11_Bai4_QuangHopOThucVat_T8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855" y="1371600"/>
            <a:ext cx="867525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4. Quang hợp ở thực vật          23</a:t>
            </a:r>
          </a:p>
        </p:txBody>
      </p:sp>
      <p:pic>
        <p:nvPicPr>
          <p:cNvPr id="7" name="Picture 6" descr="QR_sinh_cc_bai4_k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6304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7200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Bài 4. Quang hợp ở thực vật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trangtu66.github.io/Taode_thi_online/sinh_cc_bai4_k11.html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