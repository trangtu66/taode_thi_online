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Tình huống STEM – quà tặng 20/11.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1,5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sVDrmsL41rk" TargetMode="External"/><Relationship Id="rId4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bP2RoHJgAQY" TargetMode="External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3. THỰC HÀNH: TRAO ĐỔI NƯỚC VÀ KHOÁNG Ở THỰC VẬT (BÀI HỌC STEM)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11 – Kết nối tri thức với cuộc sống · 02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Thực hiện thí nghiệm chứng minh hút nước ở rễ, vận chuyển nước ở thân, thoát hơi nước ở lá.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Quan sát cấu tạo khí khổng; thực hành tưới nước chăm sóc cây; trồng cây thuỷ canh, khí canh.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Thiết kế, chế tạo bông hoa trắng nhuộm 2 – 3 màu dựa trên vận chuyển nước ở thân.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Thực hiện quy trình thiết kế kĩ thuật; báo cáo thực hành bằng sản phẩm số.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Trung thực khi ghi kết quả; an toàn khi dùng dao lam, hoá chất.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CHỦ ĐỀ STEM: NHỮNG ĐOÁ HOA ĐA SẮC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HOẠT ĐỘNG 1: XÁC ĐỊNH VẤN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Làm thế nào để một bông hoa hồng trắng có cánh mang 2 – 3 màu khác nhau?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Bông hoa ấy chứng minh điều gì về sự vận chuyển nước trong cây?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TIÊU CHÍ SẢN PHẨM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Khoa học</a:t>
            </a:r>
            <a:r>
              <a:rPr sz="2400">
                <a:solidFill>
                  <a:srgbClr val="1E293B"/>
                </a:solidFill>
                <a:latin typeface="Calibri"/>
              </a:rPr>
              <a:t>: có cành đối chứng; giải thích được vai trò mạch gỗ.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Kĩ thuật</a:t>
            </a:r>
            <a:r>
              <a:rPr sz="2400">
                <a:solidFill>
                  <a:srgbClr val="1E293B"/>
                </a:solidFill>
                <a:latin typeface="Calibri"/>
              </a:rPr>
              <a:t>: 2 – 3 màu rõ trên một bông.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Thời gian</a:t>
            </a:r>
            <a:r>
              <a:rPr sz="2400">
                <a:solidFill>
                  <a:srgbClr val="1E293B"/>
                </a:solidFill>
                <a:latin typeface="Calibri"/>
              </a:rPr>
              <a:t>: màu lên rõ trong 24 giờ.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An toàn, tiết kiệm</a:t>
            </a:r>
            <a:r>
              <a:rPr sz="2400">
                <a:solidFill>
                  <a:srgbClr val="1E293B"/>
                </a:solidFill>
                <a:latin typeface="Calibri"/>
              </a:rPr>
              <a:t>: màu thực phẩm, ≤ 30 000 đồng; </a:t>
            </a:r>
            <a:r>
              <a:rPr sz="2400" b="1">
                <a:solidFill>
                  <a:srgbClr val="1E293B"/>
                </a:solidFill>
                <a:latin typeface="Calibri"/>
              </a:rPr>
              <a:t>hồ sơ</a:t>
            </a:r>
            <a:r>
              <a:rPr sz="2400">
                <a:solidFill>
                  <a:srgbClr val="1E293B"/>
                </a:solidFill>
                <a:latin typeface="Calibri"/>
              </a:rPr>
              <a:t> ảnh, video.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THÍ NGHIỆM VẬN CHUYỂN NƯỚC Ở THÂN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Cắm 2 cành hoa trắng vào dung dịch màu đỏ, xanh và 1 cành vào nước thường. Sau 45 phút cắt ngang cuống, sau một đêm quan sát cánh hoa. Dự đoán và giải thích.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Màu đi theo con đường nào?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THÍ NGHIỆM VẬN CHUYỂN NƯỚC Ở THÂN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Lát cắt có các điểm bắt màu – bó mạch gỗ.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Cánh hoa chuyển màu; cành đối chứng không đổi.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→ Nước và chất tan được vận chuyển từ dưới lên theo mạch gỗ.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Mạch gỗ – con đường đi lên của nước.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THÍ NGHIỆM THOÁT HƠI NƯỚC Ở LÁ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Đặt giấy tẩm cobalt chloride khô (xanh) ở mặt trên và mặt dưới lá, sau 30 phút quan sát. Giải thích kết quả.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Khí khổng tập trung ở mặt nào của lá?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THÍ NGHIỆM THOÁT HƠI NƯỚC Ở LÁ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Giấy chuyển sang màu hồng → lá thoát hơi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Mặt dưới chuyển hồng nhanh, đậm hơn.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Do mặt dưới có nhiều khí khổng hơn – thoát hơi nước chủ yếu qua khí khổng.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Lá là cơ quan thoát hơi nước.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THIẾT KẾ HOA ĐA SẮC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phương án nhuộm hai hoặc ba màu khác nhau cho một bông hoa trắng (hồng, cúc, đồng tiền…).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Mỗi bó mạch dẫn nước lên một phần cánh.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THIẾT KẾ HOA ĐA SẮC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Chẻ dọc cuống thành 2 – 3 nhánh (8 – 10 cm), giữ phần trên liền.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Mỗi nhánh cắm vào một ống màu khác nhau.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Đặt nơi thoáng, có ánh sáng để tăng thoát hơi nước; theo dõi 6 – 24 giờ.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Mỗi nhánh mạch gỗ “tô” một phần cánh hoa.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AI gợi ý: “Cắm hoa vào nước màu và đặt trong tủ lạnh tối, kín gió; màu sẽ đi theo mạch rây lên cánh hoa.” Tìm lỗi.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Điều kiện nào làm tăng thoát hơi nước?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Sai: lạnh, tối, kín gió làm giảm thoát hơi nước → màu lên chậm.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Sai: nước đi lên theo mạch gỗ, không phải mạch rây.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→ Luôn kiểm chứng gợi ý AI bằng SGK và thử nghiệm.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Thoáng, sáng, mạch gỗ.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14</a:t>
            </a:r>
          </a:p>
        </p:txBody>
      </p:sp>
      <p:pic>
        <p:nvPicPr>
          <p:cNvPr id="7" name="Picture 6" descr="QR_video_sVDrmsL41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Khám phá trang trại thủy canh lớn hàng đầu Châu Âu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Thực hành trồng cây thuỷ canh (xem video theo SGK)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https://www.youtube.com/watch?v=sVDrmsL41rk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15</a:t>
            </a:r>
          </a:p>
        </p:txBody>
      </p:sp>
      <p:pic>
        <p:nvPicPr>
          <p:cNvPr id="7" name="Picture 6" descr="QR_video_bP2RoHJgA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Trồng rau thủy canh công nghệ Nhật Bản mang lại hiệu quả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Mô hình thuỷ canh trong nước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https://www.youtube.com/watch?v=bP2RoHJgAQY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THUỶ CANH, KHÍ CANH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sự khác nhau giữa thuỷ canh và khí canh. Ưu, nhược điểm so với trồng trên đất?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Dinh dưỡng được cung cấp ở dạng nào?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THUỶ CANH, KHÍ CANH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Thuỷ canh: giá thể trơ trong rọ, đặt trong dung dịch dinh dưỡng.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Khí canh: dung dịch dinh dưỡng phun dạng sương nhờ máy bơm.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Ưu: không cần đất, rau sạch, năng suất cao; nhược: chi phí, điện, kĩ thuật pha dung dịch.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Trồng cây không cần đất.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18</a:t>
            </a:r>
          </a:p>
        </p:txBody>
      </p:sp>
      <p:pic>
        <p:nvPicPr>
          <p:cNvPr id="7" name="Picture 6" descr="SoDoTuDuy_SINH11_STEM_Bai3_ThucHanhTraoDoiNuocVaKhoang_T6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3. Thực hành trao đổi nước và khoáng – STEM          19</a:t>
            </a:r>
          </a:p>
        </p:txBody>
      </p:sp>
      <p:pic>
        <p:nvPicPr>
          <p:cNvPr id="7" name="Picture 6" descr="QR_sinh_cc_bai3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3. Thực hành trao đổi nước và khoáng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trangtu66.github.io/Taode_thi_online/sinh_cc_bai3_k11.html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