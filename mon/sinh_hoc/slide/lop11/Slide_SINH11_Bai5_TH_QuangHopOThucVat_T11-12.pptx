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73" r:id="rId25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Dẫn vào 4 thí nghiệm.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5. THỰC HÀNH: QUANG HỢP Ở THỰC VẬT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11 – Kết nối tri thức với cuộc sống · 02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Quan sát được lục lạp trong tế bào thực vật.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biết, tách chiết được các sắc tố (diệp lục a, b; carotene và xanthophyll) trong lá cây.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Thiết kế và thực hiện được các thí nghiệm về sự hình thành tinh bột, thải khí oxygen trong quang hợp.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Thao tác an toàn với kính hiển vi, đèn cồn, hoá chất; viết báo cáo thực hành.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11: LỤC LẠP – SẮC TỐ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Lá rau dền đỏ có màu đỏ – lá có quang hợp được không?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Bằng chứng nào cho thấy quang hợp tạo tinh bột và thải oxygen?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QUAN SÁT LỤC LẠP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cách làm tiêu bản biểu bì lá rong mái chèo và kết quả quan sát lục lạp.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Dùng kim mũi mác bóc biểu bì.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QUAN SÁT LỤC LẠP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Bóc biểu bì, đặt lên lam kính, nhỏ 1 giọt nước cất, đậy lamen.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Quan sát vật kính 10× rồi 40×.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Lục lạp: nhiều hạt màu xanh lục, hình bầu dục, di chuyển theo dòng tế bào chất.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Lục lạp – bào quan quang hợp.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TÁCH CHIẾT SẮC TỐ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Nguyên lí và kết quả tách chiết sắc tố bằng sắc kí giấy?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Dung môi hữu cơ phá vỡ liên kết nào?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TÁCH CHIẾT SẮC TỐ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Acetone 80% phá vỡ liên kết diệp lục – lipid – protein → dung dịch sắc tố.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Sắc kí: petroleum ether : ethanol = 14 : 1; vệt sắc tố không chạm dung môi.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Sau khoảng 10 phút tách thành 4 vệt sắc tố.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Carotene, xanthophyll, diệp lục a, diệp lục 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12: TINH BỘT – OXYGEN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SỰ TẠO THÀNH TINH BỘT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phải để cây trong tối 2 ngày? Kết quả nhuộm iodine như thế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Lá đã có sẵn tinh bột không?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SỰ TẠO THÀNH TINH BỘT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Để tối 2 ngày: lá dùng hết tinh bột có sẵn.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Bịt giấy đen một phần lá, chiếu sáng 4 – 6 giờ; đun cách thuỷ trong cồn 90°.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Nhúng iodine: phần được chiếu sáng xanh tím, phần bịt đen không đổi màu xanh tím.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Quang hợp cần ánh sáng, tạo tinh bột.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SỰ THẢI OXYGEN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Bố trí và kết quả thí nghiệm rong đuôi chó?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Khí gì làm que đóm tàn đỏ bùng cháy?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SỰ THẢI OXYGEN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2 cành rong trong 2 phễu úp ngược trong cốc nước, ống nghiệm đầy nước úp vào cuống phễu.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Một cốc để tối, một cốc để sáng; sau 30 phút quan sát.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Cốc để sáng: nhiều bọt khí, que đóm tàn đỏ bùng cháy.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Quang hợp thải khí O₂.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BỂ CÁ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Việc trồng cây thuỷ sinh hoặc thả rong trong bể cá có tác dụng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Rong quang hợp tạo ra khí gì?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BỂ CÁ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Thải O₂ cho cá hô hấp.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Hấp thụ CO₂, một số chất thải trong nước.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Nơi trú ẩn cho cá, làm đẹp bể.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Cây thuỷ sinh – nhà máy oxygen của bể cá.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16</a:t>
            </a:r>
          </a:p>
        </p:txBody>
      </p:sp>
      <p:pic>
        <p:nvPicPr>
          <p:cNvPr id="7" name="Picture 6" descr="SoDoTuDuy_SINH11_Bai5_TH_QuangHopOThucVat_T11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5. Thực hành: Quang hợp ở thực vật          17</a:t>
            </a:r>
          </a:p>
        </p:txBody>
      </p:sp>
      <p:pic>
        <p:nvPicPr>
          <p:cNvPr id="7" name="Picture 6" descr="QR_sinh_cc_bai5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5. Thực hành: Quang hợp ở thực vật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trangtu66.github.io/Taode_thi_online/sinh_cc_bai5_k11.html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cxnSp>
        <p:nvCxnSpPr>
          <p:cNvPr id="3" name="Connector 2"/>
          <p:cNvCxnSpPr/>
          <p:nvPr/>
        </p:nvCxnSpPr>
        <p:spPr>
          <a:xfrm flipH="1" flipV="1">
            <a:off x="4349389" y="242316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3390954" y="1971812"/>
            <a:ext cx="958435" cy="451348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21234" y="1768815"/>
            <a:ext cx="2869720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Biểu bì lá rong mái chèo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141323" y="2423160"/>
            <a:ext cx="1208066" cy="0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70865" y="2220163"/>
            <a:ext cx="2370458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Kính hiển vi 10×, 40×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141323" y="2423160"/>
            <a:ext cx="1208066" cy="451347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0865" y="2671511"/>
            <a:ext cx="2370458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Hạt xanh lục, bầu dục</a:t>
            </a:r>
          </a:p>
        </p:txBody>
      </p:sp>
      <p:sp>
        <p:nvSpPr>
          <p:cNvPr id="10" name="Oval 9"/>
          <p:cNvSpPr/>
          <p:nvPr/>
        </p:nvSpPr>
        <p:spPr>
          <a:xfrm>
            <a:off x="3136423" y="2183587"/>
            <a:ext cx="2425931" cy="47914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Quan sát lục lạp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95847" y="242316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842305" y="1532900"/>
            <a:ext cx="958435" cy="890260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800740" y="1329903"/>
            <a:ext cx="2869720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Acetone 80% chiết sắc tố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842305" y="2130552"/>
            <a:ext cx="1259577" cy="292608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01882" y="1781251"/>
            <a:ext cx="2267435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Sắc kí giấy: ether :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ethanol = 14 : 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42305" y="2423160"/>
            <a:ext cx="1053532" cy="597651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895837" y="2525207"/>
            <a:ext cx="2679525" cy="991209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4 vệt: carotene,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xanthophyll, diệp lục a,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6559997" y="2183587"/>
            <a:ext cx="2564615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Tách chiết sắc tố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349389" y="384048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244346" y="4513844"/>
            <a:ext cx="1105043" cy="743956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67843" y="4164543"/>
            <a:ext cx="2576502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Để tối 2 ngày, bịt giấy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đen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244346" y="5257800"/>
            <a:ext cx="1105043" cy="0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67843" y="4908499"/>
            <a:ext cx="2576502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Đun cách thuỷ trong cồn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90°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390954" y="5257800"/>
            <a:ext cx="958435" cy="743955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21234" y="5652455"/>
            <a:ext cx="2869720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Iodine → xanh tím ở phần</a:t>
            </a:r>
          </a:p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được chiếu sáng</a:t>
            </a:r>
          </a:p>
        </p:txBody>
      </p:sp>
      <p:sp>
        <p:nvSpPr>
          <p:cNvPr id="26" name="Oval 25"/>
          <p:cNvSpPr/>
          <p:nvPr/>
        </p:nvSpPr>
        <p:spPr>
          <a:xfrm>
            <a:off x="3413791" y="5018227"/>
            <a:ext cx="1871195" cy="47914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Tạo tinh bột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847" y="384048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842305" y="4660148"/>
            <a:ext cx="1053532" cy="597652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895837" y="4310847"/>
            <a:ext cx="2679525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Rong đuôi chó, phễu, ống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nghiệm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42305" y="5257800"/>
            <a:ext cx="1069382" cy="146304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911687" y="5054803"/>
            <a:ext cx="2647826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Cốc để sáng có bọt khí</a:t>
            </a:r>
          </a:p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O₂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42305" y="5257800"/>
            <a:ext cx="1053532" cy="743955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895837" y="5798759"/>
            <a:ext cx="2679525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Que đóm tàn đỏ bùng cháy</a:t>
            </a:r>
          </a:p>
        </p:txBody>
      </p:sp>
      <p:sp>
        <p:nvSpPr>
          <p:cNvPr id="34" name="Oval 33"/>
          <p:cNvSpPr/>
          <p:nvPr/>
        </p:nvSpPr>
        <p:spPr>
          <a:xfrm>
            <a:off x="6976049" y="5018227"/>
            <a:ext cx="1732511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Thải oxygen</a:t>
            </a:r>
          </a:p>
        </p:txBody>
      </p:sp>
      <p:sp>
        <p:nvSpPr>
          <p:cNvPr id="35" name="Oval 34"/>
          <p:cNvSpPr/>
          <p:nvPr/>
        </p:nvSpPr>
        <p:spPr>
          <a:xfrm>
            <a:off x="4813539" y="3369259"/>
            <a:ext cx="2564615" cy="942441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5 THỰC HÀNH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QUANG HỢP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