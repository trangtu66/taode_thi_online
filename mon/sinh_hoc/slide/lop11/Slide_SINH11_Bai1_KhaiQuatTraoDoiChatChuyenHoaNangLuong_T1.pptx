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dài 47 phút – GV chỉ chiếu trích đoạn hoặc giao HS xem ở nhà.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j-FdQfBL2mU" TargetMode="External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1. KHÁI QUÁT VỀ TRAO ĐỔI CHẤT VÀ CHUYỂN HOÁ NĂNG LƯỢNG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11 – Kết nối tri thức với cuộc sống · 01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Vĩnh Thạnh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được vai trò của trao đổi chất và chuyển hoá năng lượng đối với sinh vật.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được các dấu hiệu đặc trưng của trao đổi chất và chuyển hoá năng lượng.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Mô tả tóm tắt ba giai đoạn chuyển hoá năng lượng trong sinh giới.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mối quan hệ giữa trao đổi chất và chuyển hoá năng lượng ở cấp tế bào và cơ thể.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được phương thức tự dưỡng, dị dưỡng; vai trò của sinh vật tự dưỡng.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Có ý thức ăn uống hợp lí, bảo vệ cây xanh và môi trường.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1: KHÁI QUÁT VỀ TRAO ĐỔI CHẤT VÀ CHUYỂN HOÁ NĂNG LƯỢNG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Điều gì xảy ra nếu cơ thể sinh vật không lấy đủ các chất cần thiết từ môi trường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và không thải các chất ra môi trường?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VAI TRÒ VÀ DẤU HIỆU ĐẶC TRƯNG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Trao đổi chất và chuyển hoá năng lượng có vai trò gì đối với sinh vật? Những dấu hiệu nào cho thấy quá trình đó diễn ra?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Lấy vào – biến đổi – thải ra – điều hoà.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VAI TRÒ VÀ DẤU HIỆU ĐẶC TRƯNG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Vai trò: tạo chất sống, tích luỹ và giải phóng năng lượng cho hoạt động sống; thải chất dư thừa, độc hại.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Dấu hiệu: tiếp nhận và vận chuyển chất; biến đổi chất (đồng hoá, dị hoá) kèm chuyển hoá năng lượng;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thải chất vào môi trường; điều hoà bằng hormone (thực vật), hormone và thần kinh (động vật).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trao đổi chất – sinh vật không thể tồn tại.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7</a:t>
            </a:r>
          </a:p>
        </p:txBody>
      </p:sp>
      <p:pic>
        <p:nvPicPr>
          <p:cNvPr id="7" name="Picture 6" descr="QR_video_j-FdQfBL2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Sinh học – Số 4: Chuyển hoá vật chất và năng lượng (Chinh phục kỳ thi)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VTV7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Tham khảo – chuyển hoá vật chất và năng lượng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https://www.youtube.com/watch?v=j-FdQfBL2mU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BA GIAI ĐOẠN CHUYỂN HOÁ NĂNG LƯỢNG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Dựa vào Hình 1.1, mô tả tóm tắt quá trình chuyển hoá năng lượng trong sinh giới (bắt đầu từ năng lượng ánh sáng).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Năng lượng ánh sáng → ? → ATP →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BA GIAI ĐOẠN CHUYỂN HOÁ NĂNG LƯỢNG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Tổng hợp: diệp lục thu quang năng → hoá năng trong chất hữu cơ.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Phân giải: hô hấp → năng lượng tích luỹ trong ATP, NADH.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Huy động: ATP cung cấp năng lượng cho các hoạt động sống.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Mọi dạng năng lượng cuối cùng chuyển thành nhiệt năng.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Tổng hợp → Phân giải → Huy động năng lượng.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MỐI QUAN HỆ TẾ BÀO – CƠ THỂ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Nghiên cứu Hình 1.2, trình bày mối liên hệ giữa trao đổi chất và chuyển hoá năng lượng ở cấp tế bào và cơ thể sinh vật.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Cơ thể được cấu tạo từ đâu?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MỐI QUAN HỆ TẾ BÀO – CƠ THỂ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Cơ thể lấy chất cần thiết từ môi trường → cung cấp cho tế bào.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Tế bào: đồng hoá (tổng hợp, tích luỹ) – dị hoá (phân giải, giải phóng năng lượng).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Chất thải của tế bào được cơ thể thải ra môi trường.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Trao đổi chất ở tế bào là cơ sở cho trao đổi chất của cơ thể.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DƯỠNG VÀ DỊ DƯỠNG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Tại sao gọi thực vật là sinh vật tự dưỡng và động vật là sinh vật dị dưỡng? Phân tích vai trò của sinh vật tự dưỡng.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Ai tự tổng hợp được chất hữu cơ?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DƯỠNG VÀ DỊ DƯỠNG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Thực vật: chất vô cơ + CO₂ + ánh sáng → chất hữu cơ (quang tự dưỡng).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Hoá tự dưỡng: một số vi khuẩn dùng năng lượng từ H₂S, NO₂⁻, NH₄⁺…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Động vật lấy chất hữu cơ từ sinh vật khác → dị dưỡng.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Sinh vật tự dưỡng: cung cấp O₂, thức ăn, nơi ở; điều hoà khí hậu.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Sinh vật tự dưỡng – nền tảng của sinh giới.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KHI TRAO ĐỔI CHẤT BỊ RỐI LOẠN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Quá trình trao đổi chất giữa cơ thể và môi trường bị rối loạn sẽ ảnh hưởng thế nào? Làm thế nào để quá trình này diễn ra thuận lợi?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Liên hệ béo phì, suy thận, cây thiếu khoáng.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KHI TRAO ĐỔI CHẤT BỊ RỐI LOẠN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Ảnh hưởng mọi hoạt động sống: sinh trưởng, sinh sản, cảm ứng, cân bằng nội môi.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Cây thiếu dinh dưỡng còi cọc; người ăn nhiều bột đường, chất béo dễ béo phì;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suy thận không thải hết urea → rối loạn.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Biện pháp: cung cấp đủ chất cần thiết, loại bỏ chất dư thừa, độc hại.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Ăn uống hợp lí – chăm sóc cây đúng cách.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16</a:t>
            </a:r>
          </a:p>
        </p:txBody>
      </p:sp>
      <p:pic>
        <p:nvPicPr>
          <p:cNvPr id="7" name="Picture 6" descr="SoDoTuDuy_SINH11_Bai1_KhaiQuatTraoDoiChatChuyenHoaNangLuong_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55" y="1371600"/>
            <a:ext cx="867525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1. Khái quát về trao đổi chất và chuyển hoá năng lượng          17</a:t>
            </a:r>
          </a:p>
        </p:txBody>
      </p:sp>
      <p:pic>
        <p:nvPicPr>
          <p:cNvPr id="7" name="Picture 6" descr="QR_sinh_cc_bai1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1. Trao đổi chất và chuyển hoá năng lượng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trangtu66.github.io/Taode_thi_online/sinh_cc_bai1_k11.html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