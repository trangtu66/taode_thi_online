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3. CÁC CẤP ĐỘ TỔ CHỨC CỦA THẾ GIỚI SỐNG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10 – Kết nối tri thức với cuộc sống · 02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Phát biểu được khái niệm cấp độ tổ chức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Dựa vào sơ đồ, phân biệt được các cấp độ tổ chức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Giải thích được mối quan hệ giữa các cấp độ tổ chức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được các đặc điểm chung của các cấp độ tổ chức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bảo vệ sức khoẻ (cân bằng nội môi) và môi trường sống.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5: CÁC CẤP ĐỘ TỔ CHỨC CỦA THẾ GIỚI SỐNG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Vật sống và vật không sống đều cấu tạo từ các nguyên tố hoá học.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Thế giới sống được tổ chức như thế nào và có các đặc điểm chung gì?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CẤP ĐỘ TỔ CHỨC SỐNG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khái niệm cấp độ tổ chức sống. Quan sát hình 3.1, những cấp độ tổ chức nào có đầy đủ các đặc điểm của sự sống?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Sắp xếp 13 cấp độ từ nguyên tử đến sinh quyển.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CẤP ĐỘ TỔ CHỨC SỐNG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Cấp độ tổ chức có biểu hiện đầy đủ đặc tính của sự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Cấp cơ bản: tế bào, cơ thể, quần thể, quần xã, hệ sinh thái.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Cấp trung gian: nguyên tử, phân tử, bào quan, mô, cơ quan, hệ cơ quan.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Tế bào – đơn vị nhỏ nhất có đầy đủ đặc điểm sự sống.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MỐI QUAN HỆ GIỮA CÁC CẤP ĐỘ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Giải thích mối quan hệ giữa các cấp độ tổ chức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Năng lượng đi từ đâu, qua những cấp nào?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MỐI QUAN HỆ GIỮA CÁC CẤP ĐỘ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Cấp nhỏ làm nền tảng cấu thành cấp lớn hơn.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Mối quan hệ hữu cơ dựa trên hoạt động sống ở cấp tế bào.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Các cấp liên hệ bởi chuyển hoá vật chất và năng lượng; năng lượng chủ yếu từ Mặt Trời.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Các cấp độ gắn bó chặt chẽ với nhau.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TỔ CHỨC THỨ BẬC VÀ ĐẶC TÍNH NỔI TRỘI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Tổ chức theo thứ bậc là như thế nào? Thế nào là đặc tính nổi trội? Cho ví dụ.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Một tế bào thần kinh có “tư duy” được không?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TỔ CHỨC THỨ BẬC VÀ ĐẶC TÍNH NỔI TRỘI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Thấp → cao, đơn giản → phức tạp; cấp thấp cấu thành cấp cao.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Đặc tính nổi trội: đặc điểm mới do các bộ phận tương tác, cấp nhỏ hơn không có.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Ví dụ: các tế bào thần kinh tổ chức thành bộ não mới có năng lực tư duy.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Tổng thể lớn hơn tổng các bộ phận.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6: ĐẶC ĐIỂM CHUNG – LUYỆN TẬP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CƠ THỂ NGƯỜI – HỆ MỞ, TỰ ĐIỀU CHỈNH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cho thấy cơ thể người là một hệ mở, tự điều chỉnh.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Thân nhiệt của em luôn khoảng bao nhiêu độ?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CƠ THỂ NGƯỜI – HỆ MỞ, TỰ ĐIỀU CHỈNH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Hệ mở: lấy thức ăn, nước, O₂; thải CO₂, chất thải; tiếp nhận, xử lí thông tin.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Tự điều chỉnh: duy trì thân nhiệt, pH, đường huyết, nồng độ ion ổn định – cân bằng nội môi.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Rối loạn khả năng tự điều chỉnh → bệnh tật, có thể tử vong.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Hệ mở + tự điều chỉnh = đảm bảo tồn tại, phát triển.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THẾ GIỚI SỐNG LIÊN TỤC TIẾN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Thế giới sống liên tục tiến hoá dựa trên cơ sở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DNA – đột biến – môi trường.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THẾ GIỚI SỐNG LIÊN TỤC TIẾN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Thông tin di truyền trong DNA truyền qua thế hệ tương đối chính xác.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Luôn phát sinh đột biến.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Môi trường lựa chọn thể đột biến có kiểu hình thích nghi nhất.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Thế giới sống đa dạng nhưng có nhiều đặc điểm chung.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ROBOT VÀ VẬT SỐNG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Một con robot có thể di chuyển, tương tác, trả lời câu hỏi, đưa lời khuyên cho bác sĩ. Robot có đặc điểm nào giống và khác với vật sống?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Robot có tự sinh sản, trao đổi chất không?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ROBOT VÀ VẬT SỐNG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Giống: tiếp nhận, xử lí thông tin, phản ứng với môi trường, tiêu thụ năng lượng.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Khác: không cấu tạo từ tế bào; không tự sinh trưởng, sinh sản, trao đổi chất, tiến hoá.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Robot, AI là công cụ do con người tạo ra và kiểm soát.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Robot không phải là vật sống.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VAI TRÒ CỦA MẶT TRỜI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Tại sao nói “Nếu Mặt Trời không còn tồn tại thì Trái Đất sẽ bị huỷ diệt”?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Nguồn năng lượng của thế giới sống?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VAI TRÒ CỦA MẶT TRỜI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Năng lượng cho thế giới sống chủ yếu đến từ Mặt Trời.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Cây xanh dùng quang năng quang hợp → chất hữu cơ, O₂ cho mọi sinh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Không có năng lượng → các cấp tổ chức sống bị phân rã.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Mặt Trời – nguồn năng lượng của sự sống.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20</a:t>
            </a:r>
          </a:p>
        </p:txBody>
      </p:sp>
      <p:pic>
        <p:nvPicPr>
          <p:cNvPr id="7" name="Picture 6" descr="SoDoTuDuy_SINH10_Bai3_CacCapDoToChucCuaTheGioiSong_T5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3. Các cấp độ tổ chức của thế giới sống          21</a:t>
            </a:r>
          </a:p>
        </p:txBody>
      </p:sp>
      <p:pic>
        <p:nvPicPr>
          <p:cNvPr id="7" name="Picture 6" descr="QR_sinh_cc_bai3_k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3. Các cấp độ tổ chức của thế giới sống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trangtu66.github.io/Taode_thi_online/sinh_cc_bai3_k10.html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