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mở đầu SGK tr.23 và câu hỏi vui theo SGV.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khoảng 1,5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Mw5auXcKkEo" TargetMode="External"/><Relationship Id="rId4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4. CÁC NGUYÊN TỐ HOÁ HỌC VÀ NƯỚC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10 – Kết nối tri thức với cuộc sống · 02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Nêu được khái quát học thuyết tế bào; giải thích tế bào là đơn vị cấu trúc và chức năng của cơ thể sống.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Liệt kê các nguyên tố hoá học chính trong tế bào (C, H, O, N, S, P); vai trò nguyên tố đa lượng, vi lượng.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Trình bày vai trò quan trọng của nguyên tố carbon trong tế bào.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Trình bày cấu tạo phân tử nước quy định tính chất và vai trò sinh học của nước.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Có ý thức ăn uống đủ chất, uống đủ nước, bảo vệ nguồn nước.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7: HỌC THUYẾT TẾ BÀO – NGUYÊN TỐ HOÁ HỌC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Các loại nguyên tố hoá học cấu tạo nên tế bào có gì đặc biệt?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Các nguyên tố cấu tạo nên cơ thể chúng ta có nguồn gốc từ đâu?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HỌC THUYẾT TẾ BÀO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Học thuyết tế bào hiện đại có những nội dung gì? Vì sao tế bào được xem là đơn vị cấu trúc và chức năng của cơ thể sống?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Schleiden và Schwann (1839).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HỌC THUYẾT TẾ BÀO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Mọi sinh vật cấu tạo từ một hoặc nhiều tế bào; chuyển hoá, di truyền diễn ra trong tế bào.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Tế bào là đơn vị nhỏ nhất, đơn vị cấu trúc và chức năng của mọi cơ thể.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Tế bào chỉ sinh ra từ sự phân chia tế bào có trước.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Tế bào – đơn vị cơ bản của sự sống.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NGUYÊN TỐ ĐA LƯỢNG VÀ VI LƯỢNG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Hoàn thành bảng so sánh nhóm nguyên tố đa lượng và vi lượng: hàm lượng, vai trò, đại diện.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Quan sát Hình 4.1.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NGUYÊN TỐ ĐA LƯỢNG VÀ VI LƯỢNG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Đa lượng: lượng lớn; C, H, O, N ~ 96% khối lượng chất sống; cấu tạo mọi phân tử sinh học.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Vi lượng: lượng rất nhỏ (~0,6%); cấu tạo enzyme, hợp chất quan trọng; thiếu → rối loạn.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Ví dụ: mỗi ngày chỉ cần ~0,15 mg iodine; thiếu → bướu cổ.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Nhiều hay ít đều cần thiết.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VAI TRÒ ĐẶC BIỆT CỦA CARBON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Vì sao carbon có vai trò đặc biệt quan trọng? Tại sao các phân tử có cùng số nguyên tử carbon lại có đặc tính hoá học khác nhau?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Carbon có bao nhiêu electron hoá trị?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VAI TRÒ ĐẶC BIỆT CỦA CARBON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4 electron hoá trị → bốn liên kết cộng hoá trị → bộ khung carbon đa dạng.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Mạch thẳng, vòng, nhánh (Hình 4.2) → carbohydrate, lipid, protein, nucleic acid.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Cấu trúc không gian và nhóm chức khác nhau → đặc tính khác nhau.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Carbon – “xương sống” của phân tử hữu cơ.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TIẾT 8: NƯỚC VÀ VAI TRÒ CỦA NƯỚC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CẤU TRÚC VÀ TÍNH CHẤT CỦA NƯỚC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Cấu trúc hoá học của nước quy định các tính chất vật lí nào?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Phía O tích điện gì, phía H tích điện gì?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CẤU TRÚC VÀ TÍNH CHẤT CỦA NƯỚC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1 O liên kết 2 H bằng liên kết cộng hoá trị; O (δ–), H (δ+) → phân cực.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Các phân tử nước liên kết hydrogen với nhau (tối đa 4 liên kết).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→ Sức căng bề mặt, nhiệt dung đặc trưng cao, nhiệt bay hơi cao.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Phân cực + liên kết hydrogen.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14</a:t>
            </a:r>
          </a:p>
        </p:txBody>
      </p:sp>
      <p:pic>
        <p:nvPicPr>
          <p:cNvPr id="7" name="Picture 6" descr="QR_video_Mw5auXcKk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Uống nước đúng cách để có cơ thể khỏe mạnh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VTV24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Vai trò của nước – vì sao cần uống đủ nước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https://www.youtube.com/watch?v=Mw5auXcKkEo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VAI TRÒ CỦA NƯỚC TRONG TẾ BÀO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Nước có vai trò như thế nào trong tế bào? Tại sao hằng ngày chúng ta cần uống đủ nước?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Nước chiếm bao nhiêu phần trăm cơ thể?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VAI TRÒ CỦA NƯỚC TRONG TẾ BÀO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Thành phần chủ yếu của tế bào; dung môi hoà tan nhiều chất.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Nguyên liệu, môi trường của phản ứng sinh hoá.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Định hình cấu trúc phân tử, điều hoà nhiệt độ.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Cơ thể ~70% là nước, luôn mất nước → cần uống đủ.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có nước sẽ không có sự sống.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NƯỚC VÀ NHIỆT ĐỘ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Tại sao mùa đông ở vùng biển thường ấm hơn so với vùng xa biển? Vì sao bà con tát nước vào ruộng để giữ ấm cho cây mạ?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Nhiệt dung đặc trưng của nước cao.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NƯỚC VÀ NHIỆT ĐỘ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Ban ngày nước hấp thụ nhiệt từ ánh sáng mặt trời.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Đêm xuống, không khí lạnh đi, nước toả nhiệt vào không khí.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→ Không khí, cây mạ được giữ ấm.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Nước giúp ổn định nhiệt độ.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TIẾN HOÁ VÀ TÌM SỰ SỐNG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Mọi sinh vật có thành phần nguyên tố cơ bản giống nhau – điều này nói lên gì? Vì sao tìm sự sống ngoài vũ trụ phải tìm dấu vết của nước?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Tổ tiên chung…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TIẾN HOÁ VÀ TÌM SỰ SỐNG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Mọi sinh vật phát sinh từ tổ tiên chung → thành phần nguyên tố giống nhau.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Nước là thành phần chủ yếu, dung môi, môi trường phản ứng của tế bào.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Có nước mới có thể có sự sống.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Chung nguồn gốc – sự sống gắn với nước.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21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688831" y="1729694"/>
            <a:ext cx="1650057" cy="941268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23810" y="1453382"/>
            <a:ext cx="1765021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Mọi sinh vật cấu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tạo từ tế bào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635999" y="2357206"/>
            <a:ext cx="1702889" cy="31375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76642" y="2080895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Đơn vị cấu trúc,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chức năng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550147" y="2670962"/>
            <a:ext cx="1788741" cy="41446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62494" y="2708407"/>
            <a:ext cx="1487653" cy="754044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Tế bào sinh ra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từ tế bào có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trước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3022333" y="2670962"/>
            <a:ext cx="1316555" cy="1041979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0308" y="3537341"/>
            <a:ext cx="2432025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Schleiden, Schwann (1839)</a:t>
            </a:r>
          </a:p>
        </p:txBody>
      </p:sp>
      <p:sp>
        <p:nvSpPr>
          <p:cNvPr id="16" name="Oval 15"/>
          <p:cNvSpPr/>
          <p:nvPr/>
        </p:nvSpPr>
        <p:spPr>
          <a:xfrm>
            <a:off x="3363922" y="2259078"/>
            <a:ext cx="1949933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① Học thuyết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tế bào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715646" y="1729694"/>
            <a:ext cx="1696285" cy="941268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411931" y="1453382"/>
            <a:ext cx="1672565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Đa lượng: C, H,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O, N ~ 96%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715646" y="2357206"/>
            <a:ext cx="1659963" cy="31375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75609" y="2080895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Vi lượng: Fe, Cu,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Zn, I…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15646" y="2670962"/>
            <a:ext cx="1574111" cy="31375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289757" y="2708407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Thiếu iodine → bướu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cổ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15646" y="2670962"/>
            <a:ext cx="1788741" cy="941268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04387" y="3335919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25 nguyên tố ở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người</a:t>
            </a:r>
          </a:p>
        </p:txBody>
      </p:sp>
      <p:sp>
        <p:nvSpPr>
          <p:cNvPr id="26" name="Oval 25"/>
          <p:cNvSpPr/>
          <p:nvPr/>
        </p:nvSpPr>
        <p:spPr>
          <a:xfrm>
            <a:off x="6810021" y="2259078"/>
            <a:ext cx="1811249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② Nguyên tố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hoá học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781287" y="4398040"/>
            <a:ext cx="1557601" cy="84055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31354" y="4222440"/>
            <a:ext cx="1949933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4 electron hoá trị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721851" y="4924841"/>
            <a:ext cx="1617037" cy="31375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90790" y="4648530"/>
            <a:ext cx="1831061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Bộ khung carbon đa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dạng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936481" y="5238597"/>
            <a:ext cx="1402407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76160" y="5276042"/>
            <a:ext cx="2260321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Mạch thẳng, vòng, nhánh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635999" y="5238597"/>
            <a:ext cx="1702889" cy="73984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76642" y="5702132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Nền tảng phân tử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hữu cơ</a:t>
            </a:r>
          </a:p>
        </p:txBody>
      </p:sp>
      <p:sp>
        <p:nvSpPr>
          <p:cNvPr id="36" name="Oval 35"/>
          <p:cNvSpPr/>
          <p:nvPr/>
        </p:nvSpPr>
        <p:spPr>
          <a:xfrm>
            <a:off x="3641290" y="4995210"/>
            <a:ext cx="1395197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③ Carbon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715646" y="4398040"/>
            <a:ext cx="1650057" cy="840557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365703" y="4222440"/>
            <a:ext cx="1765021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Phân tử phân cực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715646" y="4824130"/>
            <a:ext cx="1659963" cy="414467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375609" y="4648530"/>
            <a:ext cx="1745209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Liên kết hydrogen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15646" y="5238597"/>
            <a:ext cx="1531185" cy="11233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246831" y="5074620"/>
            <a:ext cx="2002765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Dung môi, môi trường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phản ứng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715646" y="5238597"/>
            <a:ext cx="1531185" cy="73984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246831" y="5702132"/>
            <a:ext cx="2002765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Điều hoà nhiệt; uống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đủ nước</a:t>
            </a:r>
          </a:p>
        </p:txBody>
      </p:sp>
      <p:sp>
        <p:nvSpPr>
          <p:cNvPr id="46" name="Oval 45"/>
          <p:cNvSpPr/>
          <p:nvPr/>
        </p:nvSpPr>
        <p:spPr>
          <a:xfrm>
            <a:off x="7156731" y="4995210"/>
            <a:ext cx="1117829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④ Nước</a:t>
            </a:r>
          </a:p>
        </p:txBody>
      </p:sp>
      <p:sp>
        <p:nvSpPr>
          <p:cNvPr id="47" name="Oval 46"/>
          <p:cNvSpPr/>
          <p:nvPr/>
        </p:nvSpPr>
        <p:spPr>
          <a:xfrm>
            <a:off x="4862765" y="3287245"/>
            <a:ext cx="2329003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CÁC NGUYÊN TỐ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HOÁ HỌC VÀ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NƯỚC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10 · Bài 4. Các nguyên tố hoá học và nước          22</a:t>
            </a:r>
          </a:p>
        </p:txBody>
      </p:sp>
      <p:pic>
        <p:nvPicPr>
          <p:cNvPr id="7" name="Picture 6" descr="QR_sinh_cc_bai4_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4. Các nguyên tố hoá học và nước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trangtu66.github.io/Taode_thi_online/sinh_cc_bai4_k10.html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