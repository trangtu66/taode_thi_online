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tr.23 và câu hỏi vui theo SGV.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1,5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Mw5auXcKkEo" TargetMode="External"/><Relationship Id="rId4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4. CÁC NGUYÊN TỐ HOÁ HỌC VÀ NƯỚC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10 – Kết nối tri thức với cuộc sống · 02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được khái quát học thuyết tế bào; giải thích tế bào là đơn vị cấu trúc và chức năng của cơ thể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Liệt kê các nguyên tố hoá học chính trong tế bào (C, H, O, N, S, P); vai trò nguyên tố đa lượng, vi lượng.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vai trò quan trọng của nguyên tố carbon trong tế bào.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cấu tạo phân tử nước quy định tính chất và vai trò sinh học của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ăn uống đủ chất, uống đủ nước, bảo vệ nguồn nước.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HỌC THUYẾT TẾ BÀO – NGUYÊN TỐ HOÁ HỌC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Các loại nguyên tố hoá học cấu tạo nên tế bào có gì đặc biệt?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Các nguyên tố cấu tạo nên cơ thể chúng ta có nguồn gốc từ đâu?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HỌC THUYẾT TẾ BÀO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Học thuyết tế bào hiện đại có những nội dung gì? Vì sao tế bào được xem là đơn vị cấu trúc và chức năng của cơ thể sống?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Schleiden và Schwann (1839).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HỌC THUYẾT TẾ BÀO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Mọi sinh vật cấu tạo từ một hoặc nhiều tế bào; chuyển hoá, di truyền diễn ra trong tế bào.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Tế bào là đơn vị nhỏ nhất, đơn vị cấu trúc và chức năng của mọi cơ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Tế bào chỉ sinh ra từ sự phân chia tế bào có trước.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Tế bào – đơn vị cơ bản của sự sống.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NGUYÊN TỐ ĐA LƯỢNG VÀ VI LƯỢNG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Hoàn thành bảng so sánh nhóm nguyên tố đa lượng và vi lượng: hàm lượng, vai trò, đại diện.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Quan sát Hình 4.1.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NGUYÊN TỐ ĐA LƯỢNG VÀ VI LƯỢNG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Đa lượng: lượng lớn; C, H, O, N ~ 96% khối lượng chất sống; cấu tạo mọi phân tử sinh học.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Vi lượng: lượng rất nhỏ (~0,6%); cấu tạo enzyme, hợp chất quan trọng; thiếu → rối loạn.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Ví dụ: mỗi ngày chỉ cần ~0,15 mg iodine; thiếu → bướu cổ.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Nhiều hay ít đều cần thiết.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VAI TRÒ ĐẶC BIỆT CỦA CARBON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carbon có vai trò đặc biệt quan trọng? Tại sao các phân tử có cùng số nguyên tử carbon lại có đặc tính hoá học khác nhau?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Carbon có bao nhiêu electron hoá trị?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VAI TRÒ ĐẶC BIỆT CỦA CARBON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4 electron hoá trị → bốn liên kết cộng hoá trị → bộ khung carbon đa dạng.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Mạch thẳng, vòng, nhánh (Hình 4.2) → carbohydrate, lipid, protein, nucleic acid.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Cấu trúc không gian và nhóm chức khác nhau → đặc tính khác nhau.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Carbon – “xương sống” của phân tử hữu cơ.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8: NƯỚC VÀ VAI TRÒ CỦA NƯỚC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VÀ TÍNH CHẤT CỦA NƯỚC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Cấu trúc hoá học của nước quy định các tính chất vật lí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Phía O tích điện gì, phía H tích điện gì?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VÀ TÍNH CHẤT CỦA NƯỚC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1 O liên kết 2 H bằng liên kết cộng hoá trị; O (δ–), H (δ+) → phân cực.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Các phân tử nước liên kết hydrogen với nhau (tối đa 4 liên kết).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→ Sức căng bề mặt, nhiệt dung đặc trưng cao, nhiệt bay hơi cao.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Phân cực + liên kết hydrogen.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14</a:t>
            </a:r>
          </a:p>
        </p:txBody>
      </p:sp>
      <p:pic>
        <p:nvPicPr>
          <p:cNvPr id="7" name="Picture 6" descr="QR_video_Mw5auXcKk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Uống nước đúng cách để có cơ thể khỏe mạnh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Vai trò của nước – vì sao cần uống đủ nước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https://www.youtube.com/watch?v=Mw5auXcKkEo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VAI TRÒ CỦA NƯỚC TRONG TẾ BÀO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Nước có vai trò như thế nào trong tế bào? Tại sao hằng ngày chúng ta cần uống đủ nước?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Nước chiếm bao nhiêu phần trăm cơ thể?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VAI TRÒ CỦA NƯỚC TRONG TẾ BÀO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Thành phần chủ yếu của tế bào; dung môi hoà tan nhiều chất.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Nguyên liệu, môi trường của phản ứng sinh hoá.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Định hình cấu trúc phân tử, điều hoà nhiệt độ.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Cơ thể ~70% là nước, luôn mất nước → cần uống đủ.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có nước sẽ không có sự sống.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NƯỚC VÀ NHIỆT ĐỘ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Tại sao mùa đông ở vùng biển thường ấm hơn so với vùng xa biển? Vì sao bà con tát nước vào ruộng để giữ ấm cho cây mạ?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Nhiệt dung đặc trưng của nước cao.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NƯỚC VÀ NHIỆT ĐỘ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Ban ngày nước hấp thụ nhiệt từ ánh sáng mặt trời.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Đêm xuống, không khí lạnh đi, nước toả nhiệt vào không khí.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→ Không khí, cây mạ được giữ ấm.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Nước giúp ổn định nhiệt độ.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TIẾN HOÁ VÀ TÌM SỰ SỐNG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Mọi sinh vật có thành phần nguyên tố cơ bản giống nhau – điều này nói lên gì? Vì sao tìm sự sống ngoài vũ trụ phải tìm dấu vết của nước?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Tổ tiên chung…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TIẾN HOÁ VÀ TÌM SỰ SỐNG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Mọi sinh vật phát sinh từ tổ tiên chung → thành phần nguyên tố giống nhau.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Nước là thành phần chủ yếu, dung môi, môi trường phản ứng của tế bào.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Có nước mới có thể có sự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Chung nguồn gốc – sự sống gắn với nước.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21</a:t>
            </a:r>
          </a:p>
        </p:txBody>
      </p:sp>
      <p:pic>
        <p:nvPicPr>
          <p:cNvPr id="7" name="Picture 6" descr="SoDoTuDuy_SINH10_Bai4_CacNguyenToHoaHocVaNuoc_T7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4. Các nguyên tố hoá học và nước          22</a:t>
            </a:r>
          </a:p>
        </p:txBody>
      </p:sp>
      <p:pic>
        <p:nvPicPr>
          <p:cNvPr id="7" name="Picture 6" descr="QR_sinh_cc_bai4_k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4. Các nguyên tố hoá học và nước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trangtu66.github.io/Taode_thi_online/sinh_cc_bai4_k10.html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