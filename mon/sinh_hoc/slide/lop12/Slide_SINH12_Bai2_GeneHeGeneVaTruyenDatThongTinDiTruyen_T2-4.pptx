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GV nêu mục tiêu; HS ghi vào vở. Nhắc HS chuẩn bị điện thoại để làm bài củng cố cuối tiết.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Câu hỏi mở đầu SGK tr.9.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Bấm vào đường link hoặc quét mã QR để mở video (cần Internet). Video gần 3 phút.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youtube.com/watch?v=ef9_owQpcd4" TargetMode="External"/><Relationship Id="rId4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12191695" cy="237744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20116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BÀI 2. GENE, HỆ GENE VÀ QUÁ TRÌNH TRUYỀN ĐẠT THÔNG TIN DI TRUYỀN</a:t>
            </a:r>
          </a:p>
          <a:p>
            <a:pPr algn="ctr">
              <a:spcAft>
                <a:spcPts val="800"/>
              </a:spcAft>
            </a:pPr>
            <a:r>
              <a:rPr sz="2400">
                <a:solidFill>
                  <a:srgbClr val="FFFFFF"/>
                </a:solidFill>
                <a:latin typeface="Calibri"/>
              </a:rPr>
              <a:t>Sinh học 12 – Kết nối tri thức với cuộc sống · 03 tiết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846320"/>
            <a:ext cx="1069848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64748B"/>
                </a:solidFill>
                <a:latin typeface="Calibri"/>
              </a:rPr>
              <a:t>Trường THPT Vĩnh Thạnh – Tổ Sử – Địa – Sinh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MỤC TIÊU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12 · Bài 2. Gene, hệ gene và truyền đạt thông tin di truyền     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Nêu khái niệm, cấu trúc gene; phân biệt các loại gene.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Phân biệt các loại RNA; phân tích bản chất phiên mã; nêu khái niệm phiên mã ngược.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Nêu khái niệm, đặc điểm mã di truyền; trình bày cơ chế dịch mã.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Vẽ, giải thích sơ đồ DNA – RNA – protein.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Phát biểu khái niệm hệ gene; nêu thành tựu, ứng dụng giải trình tự hệ gene người.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0"/>
            <a:ext cx="164592" cy="100584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51560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E40AF"/>
                </a:solidFill>
                <a:latin typeface="Calibri"/>
              </a:rPr>
              <a:t>TIẾT 2: GENE VÀ HỆ GENE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86823" y="457200"/>
            <a:ext cx="18562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KHỞI ĐỘNG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165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12 · Bài 2. Gene, hệ gene và truyền đạt thông tin di truyền     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Cơ chế phân tử của quá trình truyền thông tin di truyền từ gene tới protein xảy ra như thế nào?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GENE LÀ GÌ?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12 · Bài 2. Gene, hệ gene và truyền đạt thông tin di truyền        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Một trình tự nucleotide như thế nào được gọi là gene? Phân biệt cấu trúc gene ở sinh vật nhân sơ với nhân thực.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Quan sát Hình 2.1, 2.2.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GENE LÀ GÌ?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12 · Bài 2. Gene, hệ gene và truyền đạt thông tin di truyền     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Gene: đoạn DNA mang thông tin quy định chuỗi polypeptide hoặc RNA; gồm vùng điều hoà – mã hoá – kết thúc.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Nhân sơ: gene liên quan thành nhóm, chung vùng điều hoà; không phân mảnh.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Nhân thực: mỗi gene riêng; phần lớn phân mảnh (exon – intron).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Gene cấu trúc – gene điều hoà; phân mảnh – không phân mảnh.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08615" y="457200"/>
            <a:ext cx="1234440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VIDEO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38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VIDEO THAM KHẢO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12 · Bài 2. Gene, hệ gene và truyền đạt thông tin di truyền          7</a:t>
            </a:r>
          </a:p>
        </p:txBody>
      </p:sp>
      <p:pic>
        <p:nvPicPr>
          <p:cNvPr id="7" name="Picture 6" descr="QR_video_ef9_owQpc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554480"/>
            <a:ext cx="3108960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554480"/>
            <a:ext cx="7498079" cy="4206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🎬 Nobel y sinh 2022: Giải mã gene để hiểu về sự tiến hòa của loài người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64748B"/>
                </a:solidFill>
                <a:latin typeface="Calibri"/>
              </a:rPr>
              <a:t>Kênh: VTV24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Ứng dụng giải trình tự hệ gene trong nghiên cứu tiến hoá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64748B"/>
                </a:solidFill>
                <a:latin typeface="Calibri"/>
                <a:hlinkClick r:id="rId3"/>
              </a:rPr>
              <a:t>https://www.youtube.com/watch?v=ef9_owQpcd4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HỆ GENE VÀ GIẢI TRÌNH TỰ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12 · Bài 2. Gene, hệ gene và truyền đạt thông tin di truyền        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Tập hợp tất cả các gene có được gọi là hệ gene không? Giải trình tự hệ gene người đem lại ứng dụng gì?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Hệ gene gồm những trình tự nào?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HỆ GENE VÀ GIẢI TRÌNH TỰ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12 · Bài 2. Gene, hệ gene và truyền đạt thông tin di truyền        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Không – hệ gene là toàn bộ DNA, gồm cả trình tự không phải gene.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Hệ gene người: hơn 3,2 tỉ cặp nucleotide, ~21 300 gene mã hoá protein.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Ứng dụng: phát hiện gene bệnh, thuốc hướng đích, pháp y, nghiên cứu tiến hoá.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Giải trình tự hệ gene – chìa khoá y học hiện đại.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0"/>
            <a:ext cx="164592" cy="100584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51560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E40AF"/>
                </a:solidFill>
                <a:latin typeface="Calibri"/>
              </a:rPr>
              <a:t>TIẾT 3: PHIÊN MÃ – CÁC LOẠI RNA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QUÁ TRÌNH PHIÊN MÃ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12 · Bài 2. Gene, hệ gene và truyền đạt thông tin di truyền      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Trình bày quá trình phiên mã. Phiên mã ở nhân thực có gì khác nhân sơ?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RNA polymerase tổng hợp theo chiều nào?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QUÁ TRÌNH PHIÊN MÃ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12 · Bài 2. Gene, hệ gene và truyền đạt thông tin di truyền        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Khởi đầu: RNA polymerase liên kết promoter.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Tổng hợp mRNA 5’ → 3’; A – U, T – A, G – C, C – G.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Kết thúc: gặp tín hiệu kết thúc ở đầu 5’ mạch khuôn.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Nhân thực: tiền mRNA → gắn mũ, đuôi poly A, cắt intron, nối exon.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Phiên mã: DNA → RNA theo NTBS.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CÁC LOẠI RNA VÀ PHIÊN MÃ NGƯỢC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12 · Bài 2. Gene, hệ gene và truyền đạt thông tin di truyền        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Phân biệt cấu trúc, chức năng mRNA, tRNA, rRNA. Phiên mã ngược có vai trò gì?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tRNA có anticodon.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CÁC LOẠI RNA VÀ PHIÊN MÃ NGƯỢC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12 · Bài 2. Gene, hệ gene và truyền đạt thông tin di truyền     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mRNA: mạch thẳng, khuôn dịch mã.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tRNA: ba thuỳ, anticodon, mang amino acid.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rRNA: cấu tạo ribosome.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Phiên mã ngược: virus RNA (HIV) tích hợp vào hệ gene chủ; telomerase kéo dài đầu mút NST; tạo cDNA, xét nghiệm virus.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RNA – cầu nối giữa gene và protein.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0"/>
            <a:ext cx="164592" cy="100584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51560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E40AF"/>
                </a:solidFill>
                <a:latin typeface="Calibri"/>
              </a:rPr>
              <a:t>TIẾT 4: MÃ DI TRUYỀN – DỊCH MÃ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MÃ DI TRUYỀN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12 · Bài 2. Gene, hệ gene và truyền đạt thông tin di truyền        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Mã di truyền là gì? Trình bày các đặc điểm. Dịch trình tự 5’AUG GUU GCC3’.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Tra Bảng 2.1.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MÃ DI TRUYỀN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12 · Bài 2. Gene, hệ gene và truyền đạt thông tin di truyền        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Bộ ba nucleotide trên mRNA quy định amino acid; 61 bộ ba mã hoá, 3 bộ ba kết thúc.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Đặc điểm: mã bộ ba, đọc liên tục không gối, thoái hoá, đặc hiệu, vạn năng.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5’AUG GUU GCC3’ → Met – Val – Ala.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AUG: mở đầu; UAA, UAG, UGA: kết thúc.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QUÁ TRÌNH DỊCH MÃ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12 · Bài 2. Gene, hệ gene và truyền đạt thông tin di truyền     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Trình bày ba giai đoạn dịch mã. Vì sao tổng hợp protein được gọi là dịch mã?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Vị trí A, P, E của ribosome.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QUÁ TRÌNH DỊCH MÃ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12 · Bài 2. Gene, hệ gene và truyền đạt thông tin di truyền     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Khởi đầu: tiểu phần nhỏ gắn AUG, tRNA-fMet, tiểu phần lớn gắn vào.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Kéo dài: tRNA vào A, liên kết peptide, ribosome dịch 5’ → 3’.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Kết thúc: gặp bộ ba kết thúc, yếu tố giải phóng tách chuỗi.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“Dịch” trình tự nucleotide sang trình tự amino acid.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DNA → mRNA → protein.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GENE PHÂN MẢNH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12 · Bài 2. Gene, hệ gene và truyền đạt thông tin di truyền         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Biết tổng số nucleotide vùng mã hoá của gene nhân thực có tính được số amino acid không? Gene phân mảnh có lợi ích gì?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Intron bị cắt bỏ.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GENE PHÂN MẢNH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12 · Bài 2. Gene, hệ gene và truyền đạt thông tin di truyền         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Không tính được: intron bị loại bỏ, một số exon cũng có thể bị loại.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Lợi ích: một gene tạo nhiều loại protein ở các tế bào khác nhau.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→ Tiết kiệm vật chất di truyền, tiết kiệm năng lượng.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Gene phân mảnh – ưu thế tiến hoá.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97719" y="457200"/>
            <a:ext cx="154533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CỦNG CỐ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274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12 · Bài 2. Gene, hệ gene và truyền đạt thông tin di truyền          22</a:t>
            </a:r>
          </a:p>
        </p:txBody>
      </p:sp>
      <p:pic>
        <p:nvPicPr>
          <p:cNvPr id="7" name="Picture 6" descr="SoDoTuDuy_SINH12_Bai2_GeneHeGeneVaTruyenDatThongTinDiTruyen_T2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8855" y="1371600"/>
            <a:ext cx="867525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97719" y="457200"/>
            <a:ext cx="154533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CỦNG CỐ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274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12 · Bài 2. Gene, hệ gene và truyền đạt thông tin di truyền          23</a:t>
            </a:r>
          </a:p>
        </p:txBody>
      </p:sp>
      <p:pic>
        <p:nvPicPr>
          <p:cNvPr id="7" name="Picture 6" descr="QR_sinh_cc_bai2_k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463040"/>
            <a:ext cx="3017520" cy="3017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4572000"/>
            <a:ext cx="107899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Củng cố – Bài 2. Gene, hệ gene và truyền đạt thông tin di truyền</a:t>
            </a:r>
          </a:p>
          <a:p>
            <a:pPr algn="ctr">
              <a:spcAft>
                <a:spcPts val="800"/>
              </a:spcAft>
            </a:pPr>
            <a:r>
              <a:rPr sz="1400">
                <a:solidFill>
                  <a:srgbClr val="64748B"/>
                </a:solidFill>
                <a:latin typeface="Calibri"/>
              </a:rPr>
              <a:t>trangtu66.github.io/Taode_thi_online/sinh_cc_bai2_k12.html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