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4. ĐỘT BIẾN GENE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12 – Kết nối tri thức với cuộc sống · 02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khái niệm đột biến gene; phân biệt các dạng đột biến gene.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nguyên nhân, cơ chế phát sinh đột biến gene.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vai trò của đột biến gene trong tiến hoá, chọn giống và nghiên cứu di truyền.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Đề xuất biện pháp phòng tránh bệnh do đột biến gene.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bảo vệ bản thân trước tác nhân đột biến, bảo vệ môi trường.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6: KHÁI NIỆM, NGUYÊN NHÂN, CƠ CHẾ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Đột biến gene có thể xảy ra bằng cách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Liệu có cách nào phòng chống đột biến gene gây bệnh ở người?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KHÁI NIỆM VÀ CÁC DẠNG ĐỘT BIẾN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khái niệm đột biến gene. Đột biến gene được phân loại theo những tiêu chí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Đột biến điểm liên quan mấy cặp nucleotide?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KHÁI NIỆM VÀ CÁC DẠNG ĐỘT BIẾN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Thay đổi cấu trúc gene, liên quan một hay một số cặp nucleotide; một cặp: đột biến điểm.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Theo cơ chế: thay thế, thêm, mất một cặp nucleotide.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Theo tiêu chí khác: trội/lặn; có lợi/hại/trung tính; đổi hay không đổi amino acid.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Thể đột biến: mang gene đột biến biểu hiện kiểu hình.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THỬ NGHIỆM VỚI TRÌNH TỰ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tự mRNA 5’AUG GUU GCC3’ (Met – Val – Ala). Mất nucleotide U đầu tiên của bộ ba thứ hai thì trình tự amino acid thay đổi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Tra Bảng mã di truyền.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THỬ NGHIỆM VỚI TRÌNH TỰ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Sau đột biến: 5’AUG GUG CC…3’.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Đọc: AUG (Met) – GUG (Val) – CC… (dịch khung).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Thêm/mất một cặp làm dịch khung đọc → thay đổi các amino acid phía sau.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Thêm/mất thường gây hậu quả lớn hơn thay thế.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CƠ CHẾ PHÁT SINH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một số nguyên nhân gây đột biến gene. Giải thích cơ chế 5-BrU gây đột biến thay thế A – T bằng G – 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5-BrU bắt cặp với A rồi với 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CƠ CHẾ PHÁT SINH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Nguyên nhân: sai sót tái bản; tác nhân hoá học (5-BrU, HNO₂, EMS, dioxin), vật lí (UV).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Thêm/mất: nucleotide làm khuôn hai lần hoặc không làm khuôn.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Thay thế: A – T → A – 5BrU → G – 5BrU → G – 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Đột biến biểu hiện sau nhiều lần tái bản.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VAI TRÒ – VẬN DỤNG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VAI TRÒ CỦA ĐỘT BIẾN GENE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đột biến gene được xem là nguồn nguyên liệu cho tiến hoá? Nêu ví dụ vai trò trong chọn giống.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Allele mới…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VAI TRÒ CỦA ĐỘT BIẾN GENE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Tạo allele mới → chọn lọc tự nhiên tạo thế giới sống đa dạng (FOX2 – tiếng nói; vỏ ốc Bradybaena).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Chọn giống: súp lơ trắng, súp lơ xanh; lợn siêu nạc.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Nghiên cứu: lai dòng đột biến tìm chức năng gene.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Đột biến – nguyên liệu tiến hoá và chọn giống.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PHÒNG TRÁNH ĐỘT BIẾN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Mô nào dễ phát sinh đột biến hơn: niêm mạc ruột hay thần kinh? Chúng ta có thể làm gì để phòng tránh bệnh do đột biến gene?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Tế bào nào tái bản DNA nhiều hơn?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PHÒNG TRÁNH ĐỘT BIẾN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Niêm mạc ruột – phân chia thường xuyên, tiếp xúc tác nhân nhiều hơn.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Phòng tránh: che nắng, kem chống nắng; không hút thuốc; không ăn thực phẩm mốc (aflatoxin).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Chữa trị kịp thời bệnh do virus; tăng sức đề kháng.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Bảo vệ bản thân trước tác nhân đột biến.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16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735059" y="1830405"/>
            <a:ext cx="1603829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77582" y="1554093"/>
            <a:ext cx="1857477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Thay đổi cấu trúc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gene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635999" y="2457917"/>
            <a:ext cx="1702889" cy="213045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6642" y="2181606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Đột biến điểm: 1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cặp nucleotide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593073" y="2670962"/>
            <a:ext cx="1745815" cy="41446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19568" y="2809118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Thay thế – thêm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 mất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464295" y="2670962"/>
            <a:ext cx="1874593" cy="941268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148346" y="3436630"/>
            <a:ext cx="1315949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Thể đột biến</a:t>
            </a:r>
          </a:p>
        </p:txBody>
      </p:sp>
      <p:sp>
        <p:nvSpPr>
          <p:cNvPr id="16" name="Oval 15"/>
          <p:cNvSpPr/>
          <p:nvPr/>
        </p:nvSpPr>
        <p:spPr>
          <a:xfrm>
            <a:off x="3433264" y="2259078"/>
            <a:ext cx="1811249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Khái niệm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dạng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931116"/>
            <a:ext cx="1696285" cy="73984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411931" y="1654804"/>
            <a:ext cx="1672565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Sai sót tái bản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DNA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558628"/>
            <a:ext cx="1531185" cy="112334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46831" y="2282317"/>
            <a:ext cx="2002765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Hoá học: 5-BrU, EMS,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dioxin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788741" cy="41446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04387" y="2909829"/>
            <a:ext cx="1487653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Vật lí: tia UV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745815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461461" y="3335919"/>
            <a:ext cx="1573505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Sinh học: virus</a:t>
            </a:r>
          </a:p>
        </p:txBody>
      </p:sp>
      <p:sp>
        <p:nvSpPr>
          <p:cNvPr id="26" name="Oval 25"/>
          <p:cNvSpPr/>
          <p:nvPr/>
        </p:nvSpPr>
        <p:spPr>
          <a:xfrm>
            <a:off x="6671337" y="2427575"/>
            <a:ext cx="2088617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Nguyên nhân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893555" y="4297329"/>
            <a:ext cx="1445333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19086" y="4021018"/>
            <a:ext cx="217446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Nucleotide làm khuôn 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lần → thêm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678925" y="4924841"/>
            <a:ext cx="1659963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33716" y="4648530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Không làm khuôn →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mất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503919" y="5238597"/>
            <a:ext cx="1834969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108722" y="5276042"/>
            <a:ext cx="139519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5-BrU: A – T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→ G – C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678925" y="5238597"/>
            <a:ext cx="1659963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33716" y="5903554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Qua nhiều lần tái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bản</a:t>
            </a:r>
          </a:p>
        </p:txBody>
      </p:sp>
      <p:sp>
        <p:nvSpPr>
          <p:cNvPr id="36" name="Oval 35"/>
          <p:cNvSpPr/>
          <p:nvPr/>
        </p:nvSpPr>
        <p:spPr>
          <a:xfrm>
            <a:off x="3641290" y="4995210"/>
            <a:ext cx="1395197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Cơ chế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398040"/>
            <a:ext cx="1531185" cy="84055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246831" y="4222440"/>
            <a:ext cx="2002765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Nghiên cứu di truyền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4924841"/>
            <a:ext cx="1574111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289757" y="4648530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Chọn giống: súp lơ,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lợn siêu nạc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465145" cy="213045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180791" y="5276042"/>
            <a:ext cx="2134845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Nguyên liệu tiến hoá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488259" cy="73984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203905" y="5702132"/>
            <a:ext cx="2088617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Che nắng, không thuốc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lá, tránh mốc</a:t>
            </a:r>
          </a:p>
        </p:txBody>
      </p:sp>
      <p:sp>
        <p:nvSpPr>
          <p:cNvPr id="46" name="Oval 45"/>
          <p:cNvSpPr/>
          <p:nvPr/>
        </p:nvSpPr>
        <p:spPr>
          <a:xfrm>
            <a:off x="6671337" y="4826713"/>
            <a:ext cx="2088617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Vai trò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phòng tránh</a:t>
            </a:r>
          </a:p>
        </p:txBody>
      </p:sp>
      <p:sp>
        <p:nvSpPr>
          <p:cNvPr id="47" name="Oval 46"/>
          <p:cNvSpPr/>
          <p:nvPr/>
        </p:nvSpPr>
        <p:spPr>
          <a:xfrm>
            <a:off x="4862765" y="3682342"/>
            <a:ext cx="2329003" cy="544875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ĐỘT BIẾN GENE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4. Đột biến gene          17</a:t>
            </a:r>
          </a:p>
        </p:txBody>
      </p:sp>
      <p:pic>
        <p:nvPicPr>
          <p:cNvPr id="7" name="Picture 6" descr="QR_sinh_cc_bai4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4. Đột biến gene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trangtu66.github.io/Taode_thi_online/sinh_cc_bai4_k12.html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