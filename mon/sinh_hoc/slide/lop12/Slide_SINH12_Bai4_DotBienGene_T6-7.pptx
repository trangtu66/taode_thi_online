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4. ĐỘT BIẾN GENE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12 – Kết nối tri thức với cuộc sống · 02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Vĩnh Thạnh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khái niệm đột biến gene; phân biệt các dạng đột biến gene.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Phân tích nguyên nhân, cơ chế phát sinh đột biến gene.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vai trò của đột biến gene trong tiến hoá, chọn giống và nghiên cứu di truyền.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Đề xuất biện pháp phòng tránh bệnh do đột biến gene.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Có ý thức bảo vệ bản thân trước tác nhân đột biến, bảo vệ môi trường.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6: KHÁI NIỆM, NGUYÊN NHÂN, CƠ CHẾ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Đột biến gene có thể xảy ra bằng cách nào?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Liệu có cách nào phòng chống đột biến gene gây bệnh ở người?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KHÁI NIỆM VÀ CÁC DẠNG ĐỘT BIẾN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khái niệm đột biến gene. Đột biến gene được phân loại theo những tiêu chí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Đột biến điểm liên quan mấy cặp nucleotide?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KHÁI NIỆM VÀ CÁC DẠNG ĐỘT BIẾN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Thay đổi cấu trúc gene, liên quan một hay một số cặp nucleotide; một cặp: đột biến điểm.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Theo cơ chế: thay thế, thêm, mất một cặp nucleotide.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Theo tiêu chí khác: trội/lặn; có lợi/hại/trung tính; đổi hay không đổi amino acid.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Thể đột biến: mang gene đột biến biểu hiện kiểu hình.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THỬ NGHIỆM VỚI TRÌNH TỰ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Trình tự mRNA 5’AUG GUU GCC3’ (Met – Val – Ala). Mất nucleotide U đầu tiên của bộ ba thứ hai thì trình tự amino acid thay đổi thế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Tra Bảng mã di truyền.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THỬ NGHIỆM VỚI TRÌNH TỰ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Sau đột biến: 5’AUG GUG CC…3’.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Đọc: AUG (Met) – GUG (Val) – CC… (dịch khung).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Thêm/mất một cặp làm dịch khung đọc → thay đổi các amino acid phía sau.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Thêm/mất thường gây hậu quả lớn hơn thay thế.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CƠ CHẾ PHÁT SINH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một số nguyên nhân gây đột biến gene. Giải thích cơ chế 5-BrU gây đột biến thay thế A – T bằng G – 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5-BrU bắt cặp với A rồi với 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CƠ CHẾ PHÁT SINH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Nguyên nhân: sai sót tái bản; tác nhân hoá học (5-BrU, HNO₂, EMS, dioxin), vật lí (UV).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Thêm/mất: nucleotide làm khuôn hai lần hoặc không làm khuôn.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Thay thế: A – T → A – 5BrU → G – 5BrU → G – 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Đột biến biểu hiện sau nhiều lần tái bản.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7: VAI TRÒ – VẬN DỤNG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VAI TRÒ CỦA ĐỘT BIẾN GENE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đột biến gene được xem là nguồn nguyên liệu cho tiến hoá? Nêu ví dụ vai trò trong chọn giống.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Allele mới…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VAI TRÒ CỦA ĐỘT BIẾN GENE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Tạo allele mới → chọn lọc tự nhiên tạo thế giới sống đa dạng (FOX2 – tiếng nói; vỏ ốc Bradybaena).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Chọn giống: súp lơ trắng, súp lơ xanh; lợn siêu nạc.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Nghiên cứu: lai dòng đột biến tìm chức năng gene.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Đột biến – nguyên liệu tiến hoá và chọn giống.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PHÒNG TRÁNH ĐỘT BIẾN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Mô nào dễ phát sinh đột biến hơn: niêm mạc ruột hay thần kinh? Chúng ta có thể làm gì để phòng tránh bệnh do đột biến gene?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Tế bào nào tái bản DNA nhiều hơn?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PHÒNG TRÁNH ĐỘT BIẾN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Niêm mạc ruột – phân chia thường xuyên, tiếp xúc tác nhân nhiều hơn.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Phòng tránh: che nắng, kem chống nắng; không hút thuốc; không ăn thực phẩm mốc (aflatoxin).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Chữa trị kịp thời bệnh do virus; tăng sức đề kháng.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Bảo vệ bản thân trước tác nhân đột biến.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16</a:t>
            </a:r>
          </a:p>
        </p:txBody>
      </p:sp>
      <p:pic>
        <p:nvPicPr>
          <p:cNvPr id="7" name="Picture 6" descr="SoDoTuDuy_SINH12_Bai4_DotBienGene_T6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855" y="1371600"/>
            <a:ext cx="867525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12 · Bài 4. Đột biến gene          17</a:t>
            </a:r>
          </a:p>
        </p:txBody>
      </p:sp>
      <p:pic>
        <p:nvPicPr>
          <p:cNvPr id="7" name="Picture 6" descr="QR_sinh_cc_bai4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4. Đột biến gene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trangtu66.github.io/Taode_thi_online/sinh_cc_bai4_k12.html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