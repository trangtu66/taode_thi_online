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tr.5 – câu hỏi chẩn đoán.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mô phỏng 2 phút 21 giây (lời tiếng Anh) – GV tắt tiếng, tự thuyết minh.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gần 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5l7jQAuxqu8" TargetMode="External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youtube.com/watch?v=hCFhBOenIsA" TargetMode="External"/><Relationship Id="rId4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1. DNA VÀ CƠ CHẾ TÁI BẢN DNA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12 – Kết nối tri thức với cuộc sống · 01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Vĩnh Thạnh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Dựa vào cấu trúc hoá học của phân tử DNA, trình bày được chức năng của DNA.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được ý nghĩa của các kết cặp đặc hiệu A – T và G –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được cơ chế tái bản DNA – quá trình tự sao thông tin di truyền qua các thế hệ.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Vận dụng hiểu biết về tái bản DNA giải thích ứng dụng thực tiễn (pháp y, thuốc kháng sinh).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Có tư duy khoa học, trung thực trong học tập và nghiên cứu.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1: DNA VÀ CƠ CHẾ TÁI BẢN DNA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Một phân tử hữu cơ cần phải có các đặc điểm cấu trúc như thế nào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để có thể đảm nhận chức năng của một vật chất di truyền?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TRÚC PHÙ HỢP VỚI CHỨC NĂNG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Nêu các đặc điểm cấu trúc phù hợp với chức năng của DNA.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Quan sát mô hình Watson – Crick (Hình 1.1).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TRÚC PHÙ HỢP VỚI CHỨC NĂNG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Đa phân: 4 loại nucleotide A, T, G, C – “chữ cái” ghi mã thông tin.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Chuỗi xoắn kép → bền vững, ít sai hỏng.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NTBS → truyền thông tin sang mRNA, protein.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Kết cặp đặc hiệu A – T, G – C → truyền thông tin gần như nguyên vẹn.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DNA: mang, bảo quản, truyền đạt thông tin di truyền.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VÌ SAO PROTEIN KHÔNG LÀ VẬT CHẤT DI TRUYỀN?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Tại sao protein tạo nên các tính trạng của sinh vật nhưng không thể đảm nhận chức năng của một vật chất di truyền?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Protein có cấu trúc theo NTBS không?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VÌ SAO PROTEIN KHÔNG LÀ VẬT CHẤT DI TRUYỀN?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Amino acid có thể dùng để ghi thông tin.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Nhưng protein không có cơ chế để enzyme sao chép trình tự amino acid thành nhiều bản sao.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Nguyên nhân: protein không có cấu trúc theo NTBS như DNA.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DNA tự sao chép được nhờ NTBS.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9</a:t>
            </a:r>
          </a:p>
        </p:txBody>
      </p:sp>
      <p:pic>
        <p:nvPicPr>
          <p:cNvPr id="7" name="Picture 6" descr="QR_video_5l7jQAuxqu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DNA Replication (Advanced) – mô phỏng tái bản DNA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HHMI BioInteractive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Hoạt động 2.2 – mô phỏng chạc sao chép, đoạn Okazaki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https://www.youtube.com/watch?v=5l7jQAuxqu8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VÌ SAO CÓ MẠCH LIÊN TỤC VÀ MẠCH GIÁN ĐOẠN?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Quan sát Hình 1.3: vì sao trên mỗi chạc sao chép, một mạch mới được tổng hợp liên tục, mạch kia tổng hợp gián đoạn?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DNA polymerase chỉ gắn nucleotide vào đầu nào?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VÌ SAO CÓ MẠCH LIÊN TỤC VÀ MẠCH GIÁN ĐOẠN?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Hai mạch DNA ngược chiều nhau.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DNA polymerase chỉ tổng hợp mạch mới theo chiều 5’ → 3’, cần đoạn mồi có đầu 3’–OH.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Mạch khuôn 3’ → 5’: tổng hợp liên tục; mạch còn lại: từng đoạn Okazaki.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Loại bỏ đoạn mồi, ligase nối các đoạn Okazaki.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Tái bản theo NTBS và nguyên tắc bán bảo toàn.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Ý NGHĨA KẾT CẶP ĐẶC HIỆU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Nêu ý nghĩa của kết cặp đặc hiệu A – T và G – C. Kết quả của quá trình tái bản DNA là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Từ một mạch khuôn…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Ý NGHĨA KẾT CẶP ĐẶC HIỆU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Từ một mạch khuôn tổng hợp được mạch mới → truyền thông tin qua các thế hệ tế bào, cơ thể.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Thông tin truyền qua RNA đến protein (phiên mã, dịch mã).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Kết quả: 1 DNA mẹ → 2 DNA con giống nhau, mỗi phân tử 1 mạch cũ + 1 mạch mới.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Thông tin di truyền được bảo toàn qua các thế hệ.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14</a:t>
            </a:r>
          </a:p>
        </p:txBody>
      </p:sp>
      <p:pic>
        <p:nvPicPr>
          <p:cNvPr id="7" name="Picture 6" descr="QR_video_hCFhBOenI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Vì sao khi xác định danh tính liệt sĩ thường yêu cầu lấy mẫu ADN từ con của chị/em gái liệt sĩ?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Khoa học và đời sống – ứng dụng nhân bản DNA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https://www.youtube.com/watch?v=hCFhBOenIsA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TỈ LỆ G – C VÀ ĐỘ BỀN 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Tỉ lệ các cặp G – C và T – A trong phân tử DNA có ảnh hưởng đến độ bền vững của phân tử DNA không? Giải thích.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Số liên kết hydrogen của mỗi cặp?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TỈ LỆ G – C VÀ ĐỘ BỀN 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A – T: 2 liên kết hydrogen; G – C: 3 liên kết hydrogen.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Càng nhiều cặp G – C → càng nhiều liên kết hydrogen → DNA càng bền.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Vi khuẩn suối nước nóng thường có tỉ lệ G – C cao.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Tỉ lệ G – C cao → DNA bền vững hơn.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THUỐC KHÁNG SINH ĐẶC HIỆU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Enzyme tái bản DNA ở vi khuẩn khác với ở tế bào người. Hãy đề xuất hướng sản xuất thuốc trị bệnh nhiễm khuẩn giảm tác dụng không mong muốn.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Thuốc chỉ “đánh” vào cái gì của vi khuẩn?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THUỐC KHÁNG SINH ĐẶC HIỆU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Tìm chất ức chế đặc hiệu enzyme, protein tái bản DNA của vi khuẩn.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Không (hoặc ít) ảnh hưởng enzyme của tế bào người.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→ Vi khuẩn không nhân lên được, người bệnh ít bị tác dụng phụ.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Hiểu cơ chế – thiết kế thuốc thông minh.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19</a:t>
            </a:r>
          </a:p>
        </p:txBody>
      </p:sp>
      <p:pic>
        <p:nvPicPr>
          <p:cNvPr id="7" name="Picture 6" descr="SoDoTuDuy_SINH12_Bai1_DNAVaCoCheTaiBanDNA_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55" y="1371600"/>
            <a:ext cx="867525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1. DNA và cơ chế tái bản DNA          20</a:t>
            </a:r>
          </a:p>
        </p:txBody>
      </p:sp>
      <p:pic>
        <p:nvPicPr>
          <p:cNvPr id="7" name="Picture 6" descr="QR_sinh_cc_bai1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1. DNA và cơ chế tái bản DNA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trangtu66.github.io/Taode_thi_online/sinh_cc_bai1_k12.html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