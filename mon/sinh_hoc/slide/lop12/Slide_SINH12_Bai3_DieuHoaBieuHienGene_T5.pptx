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3. ĐIỀU HOÀ BIỂU HIỆN GENE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12 – Kết nối tri thức với cuộc sống · 01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thí nghiệm phát hiện operon lac của E. coli.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thích cơ chế điều hoà biểu hiện gene của operon lac.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ý nghĩa của điều hoà biểu hiện gene trong tế bào và phát triển cá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ứng dụng của điều hoà biểu hiện gene trong y dược, trồng trọt, chăn nuôi.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ăn uống lành mạnh, luyện tập hợp lí.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5: ĐIỀU HOÀ BIỂU HIỆN GENE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Mỗi tế bào có hàng chục nghìn gene nhưng mỗi thời điểm chỉ một số gene hoạt động.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Tế bào đóng/mở gene đúng thời điểm, đúng lượng sản phẩm bằng cách nào?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THÍ NGHIỆM CỦA MONOD VÀ JACOB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Mô tả thí nghiệm phát hiện operon lac (lô đối chứng, lô thí nghiệm, kết quả, kết luận).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Môi trường hai lô khác nhau ở yếu tố nào?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THÍ NGHIỆM CỦA MONOD VÀ JACOB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Đối chứng: không lactose; thí nghiệm: có lactose; cả hai có amino acid đánh dấu phóng xạ.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quả: lô thí nghiệm các enzyme đánh dấu tăng mạnh.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luận: lactose kích hoạt tổng hợp đồng thời 3 enzyme.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Thiết kế thí nghiệm có đối chứng.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CHẾ ĐIỀU HOÀ OPERON LAC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Quan sát Hình 3.1, 3.2, giải thích cơ chế điều hoà. Vì sao có lactose thì protein ức chế không liên kết với operator?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Allolactose làm gì protein ức chế?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CHẾ ĐIỀU HOÀ OPERON LAC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lactose: protein ức chế LacI gắn operator → không phiên mã.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Có lactose: allolactose gắn protein ức chế, đổi cấu hình → không gắn được operator.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RNA polymerase phiên mã lacZ, lacY, lacA → enzyme phân giải lactose.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Có lactose – bật; không lactose – tắt.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Ý NGHĨA VÀ ỨNG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ý nghĩa của điều hoà biểu hiện gene. Kể một số ứng dụng trong y học, nông nghiệp.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E. coli dùng bao nhiêu % ATP tổng hợp protein?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Ý NGHĨA VÀ ỨNG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Tiết kiệm năng lượng (E. coli dùng tới 90% ATP cho tổng hợp protein); thích nghi môi trường.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Biệt hoá tế bào; trục trặc → dị dạng, ung thư (oncogene).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Ứng dụng: thuốc tamoxifen; cây ra hoa theo chiếu sáng; cá rô phi 100% đực.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hoà gene – nền tảng phát triển cá thể.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OPERON HỎNG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Môi trường không có lactose nhưng operon lac vẫn hoạt động. Dự đoán vi khuẩn hỏng ở bộ phận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Protein ức chế có gắn được operator không?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OPERON HỎNG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Vùng operator bị hỏng, không liên kết được protein ức chế.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Hoặc gene điều hoà lacI không tạo được protein ức chế có chức năng.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RNA polymerase vẫn phiên mã các gene cấu trúc.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Lập luận từ hiện tượng đến nguyên nhân.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VI KHUẨN KHÁNG THUỐC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gene CSP hoạt động khi có kháng sinh làm Streptococcus pneumoniae nhanh chóng kháng thuốc?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Protein CSP giúp tế bào nhận gì từ môi trường?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VI KHUẨN KHÁNG THUỐC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Kháng sinh kích hoạt gene CSP → protein xuyên màng nhận gene từ môi trường.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Vi khuẩn mang gene kháng thuốc chết đi giải phóng gene ra môi trường.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Vi khuẩn khác nhận gene kháng thuốc → kháng thuốc nhanh.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Dùng kháng sinh đúng chỉ định, đủ liều.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15</a:t>
            </a:r>
          </a:p>
        </p:txBody>
      </p:sp>
      <p:pic>
        <p:nvPicPr>
          <p:cNvPr id="7" name="Picture 6" descr="SoDoTuDuy_SINH12_Bai3_DieuHoaBieuHienGene_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3. Điều hoà biểu hiện gene          16</a:t>
            </a:r>
          </a:p>
        </p:txBody>
      </p:sp>
      <p:pic>
        <p:nvPicPr>
          <p:cNvPr id="7" name="Picture 6" descr="QR_sinh_cc_bai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3. Điều hoà biểu hiện gene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trangtu66.github.io/Taode_thi_online/sinh_cc_bai3_k12.html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