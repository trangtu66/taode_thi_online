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3. ĐIỀU HOÀ BIỂU HIỆN GENE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12 – Kết nối tri thức với cuộc sống · 01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thí nghiệm phát hiện operon lac của E. coli.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Giải thích cơ chế điều hoà biểu hiện gene của operon lac.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ý nghĩa của điều hoà biểu hiện gene trong tế bào và phát triển cá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ứng dụng của điều hoà biểu hiện gene trong y dược, trồng trọt, chăn nuôi.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ăn uống lành mạnh, luyện tập hợp lí.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5: ĐIỀU HOÀ BIỂU HIỆN GENE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Mỗi tế bào có hàng chục nghìn gene nhưng mỗi thời điểm chỉ một số gene hoạt động.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Tế bào đóng/mở gene đúng thời điểm, đúng lượng sản phẩm bằng cách nào?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THÍ NGHIỆM CỦA MONOD VÀ JACOB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Mô tả thí nghiệm phát hiện operon lac (lô đối chứng, lô thí nghiệm, kết quả, kết luận).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Môi trường hai lô khác nhau ở yếu tố nào?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THÍ NGHIỆM CỦA MONOD VÀ JACOB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Đối chứng: không lactose; thí nghiệm: có lactose; cả hai có amino acid đánh dấu phóng xạ.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Kết quả: lô thí nghiệm các enzyme đánh dấu tăng mạnh.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Kết luận: lactose kích hoạt tổng hợp đồng thời 3 enzyme.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Thiết kế thí nghiệm có đối chứng.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CHẾ ĐIỀU HOÀ OPERON LAC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Quan sát Hình 3.1, 3.2, giải thích cơ chế điều hoà. Vì sao có lactose thì protein ức chế không liên kết với operator?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Allolactose làm gì protein ức chế?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CHẾ ĐIỀU HOÀ OPERON LAC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Không lactose: protein ức chế LacI gắn operator → không phiên mã.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Có lactose: allolactose gắn protein ức chế, đổi cấu hình → không gắn được operator.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RNA polymerase phiên mã lacZ, lacY, lacA → enzyme phân giải lactose.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Có lactose – bật; không lactose – tắt.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Ý NGHĨA VÀ ỨNG DỤNG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ý nghĩa của điều hoà biểu hiện gene. Kể một số ứng dụng trong y học, nông nghiệp.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E. coli dùng bao nhiêu % ATP tổng hợp protein?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Ý NGHĨA VÀ ỨNG DỤNG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Tiết kiệm năng lượng (E. coli dùng tới 90% ATP cho tổng hợp protein); thích nghi môi trường.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Biệt hoá tế bào; trục trặc → dị dạng, ung thư (oncogene).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Ứng dụng: thuốc tamoxifen; cây ra hoa theo chiếu sáng; cá rô phi 100% đực.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Điều hoà gene – nền tảng phát triển cá thể.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OPERON HỎNG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Môi trường không có lactose nhưng operon lac vẫn hoạt động. Dự đoán vi khuẩn hỏng ở bộ phận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Protein ức chế có gắn được operator không?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OPERON HỎNG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Vùng operator bị hỏng, không liên kết được protein ức chế.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Hoặc gene điều hoà lacI không tạo được protein ức chế có chức năng.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→ RNA polymerase vẫn phiên mã các gene cấu trúc.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Lập luận từ hiện tượng đến nguyên nhân.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VI KHUẨN KHÁNG THUỐC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gene CSP hoạt động khi có kháng sinh làm Streptococcus pneumoniae nhanh chóng kháng thuốc?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Protein CSP giúp tế bào nhận gì từ môi trường?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VI KHUẨN KHÁNG THUỐC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Kháng sinh kích hoạt gene CSP → protein xuyên màng nhận gene từ môi trường.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Vi khuẩn mang gene kháng thuốc chết đi giải phóng gene ra môi trường.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Vi khuẩn khác nhận gene kháng thuốc → kháng thuốc nhanh.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Dùng kháng sinh đúng chỉ định, đủ liều.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15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850629" y="1830405"/>
            <a:ext cx="148825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62012" y="1654804"/>
            <a:ext cx="2088617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Monod và Jacob (1950)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550147" y="2357206"/>
            <a:ext cx="1788741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62494" y="2080894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Lô đối chứng –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lô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827515" y="2670962"/>
            <a:ext cx="1511373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85126" y="2708407"/>
            <a:ext cx="204238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Lactose kích hoạt 3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enzyme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850629" y="2670962"/>
            <a:ext cx="148825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2012" y="3335919"/>
            <a:ext cx="2088617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Đề xuất thuyết operon</a:t>
            </a:r>
          </a:p>
        </p:txBody>
      </p:sp>
      <p:sp>
        <p:nvSpPr>
          <p:cNvPr id="16" name="Oval 15"/>
          <p:cNvSpPr/>
          <p:nvPr/>
        </p:nvSpPr>
        <p:spPr>
          <a:xfrm>
            <a:off x="3363922" y="2427575"/>
            <a:ext cx="1949933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Thí nghiệm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931116"/>
            <a:ext cx="1650057" cy="73984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365703" y="1654804"/>
            <a:ext cx="176502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P – O –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lacZ, lacY, lacA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558628"/>
            <a:ext cx="1617037" cy="112334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332683" y="2282317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Gene điều hoà lacI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(ngoài operon)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574111" cy="41446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289757" y="2909829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Protein ức chế LacI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788741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504387" y="3335919"/>
            <a:ext cx="1487653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RNA polymerase</a:t>
            </a:r>
          </a:p>
        </p:txBody>
      </p:sp>
      <p:sp>
        <p:nvSpPr>
          <p:cNvPr id="26" name="Oval 25"/>
          <p:cNvSpPr/>
          <p:nvPr/>
        </p:nvSpPr>
        <p:spPr>
          <a:xfrm>
            <a:off x="6879363" y="2259078"/>
            <a:ext cx="1672565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Cấu trúc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operon lac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850629" y="4297329"/>
            <a:ext cx="148825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62012" y="4021018"/>
            <a:ext cx="208861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Không lactose: ức chế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gắn O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3012427" y="4924841"/>
            <a:ext cx="1326461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00214" y="4648530"/>
            <a:ext cx="241221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Có lactose: allolactose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gắn ức chế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678925" y="5238597"/>
            <a:ext cx="1659963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33716" y="5276042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Phiên mã gene cấu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trúc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635999" y="5238597"/>
            <a:ext cx="170288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6642" y="5903554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Phiên mã đến đâu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dịch mã đến đó</a:t>
            </a:r>
          </a:p>
        </p:txBody>
      </p:sp>
      <p:sp>
        <p:nvSpPr>
          <p:cNvPr id="36" name="Oval 35"/>
          <p:cNvSpPr/>
          <p:nvPr/>
        </p:nvSpPr>
        <p:spPr>
          <a:xfrm>
            <a:off x="3641290" y="4995210"/>
            <a:ext cx="1395197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Cơ chế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498751"/>
            <a:ext cx="1531185" cy="73984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246831" y="4323151"/>
            <a:ext cx="200276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Tiết kiệm năng lượng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696285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411931" y="4749241"/>
            <a:ext cx="167256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Biệt hoá tế bào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745815" cy="112334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61461" y="5175331"/>
            <a:ext cx="157350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Thuốc tamoxifen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831667" cy="639135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547313" y="5601421"/>
            <a:ext cx="1401801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Cá rô phi đơn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tính đực</a:t>
            </a:r>
          </a:p>
        </p:txBody>
      </p:sp>
      <p:sp>
        <p:nvSpPr>
          <p:cNvPr id="46" name="Oval 45"/>
          <p:cNvSpPr/>
          <p:nvPr/>
        </p:nvSpPr>
        <p:spPr>
          <a:xfrm>
            <a:off x="6879363" y="4826713"/>
            <a:ext cx="1672565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Ý nghĩa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ứng dụng</a:t>
            </a:r>
          </a:p>
        </p:txBody>
      </p:sp>
      <p:sp>
        <p:nvSpPr>
          <p:cNvPr id="47" name="Oval 46"/>
          <p:cNvSpPr/>
          <p:nvPr/>
        </p:nvSpPr>
        <p:spPr>
          <a:xfrm>
            <a:off x="4862765" y="3484793"/>
            <a:ext cx="2329003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ĐIỀU HOÀ BIỂU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HIỆN GENE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3. Điều hoà biểu hiện gene          16</a:t>
            </a:r>
          </a:p>
        </p:txBody>
      </p:sp>
      <p:pic>
        <p:nvPicPr>
          <p:cNvPr id="7" name="Picture 6" descr="QR_sinh_cc_bai3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3. Điều hoà biểu hiện gene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trangtu66.github.io/Taode_thi_online/sinh_cc_bai3_k12.html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