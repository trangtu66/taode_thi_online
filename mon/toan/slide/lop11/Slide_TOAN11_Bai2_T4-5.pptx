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trangtu66.github.io/Taode_thi_online/cc_bai2_t11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BÀI 2. CÔNG THỨC LƯỢNG GIÁC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Chương I. Hàm số lượng giác và phương trình lượng giác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566160"/>
            <a:ext cx="2286000" cy="30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Môn Toán – Lớp 11 (Kết nối tri thức với cuộc sống)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4 – 5 theo PPCT (T4, T5) · Năm học 2026 – 2027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Trương Tử Trang – Trường THPT Vĩnh Thạnh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2. Công thức lượng giác       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685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Nhớ và dùng công thức cộng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Công thức nhân đôi, hạ bậc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Biến đổi tích thành tổng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Biến đổi tổng thành tích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Tính giá trị, rút gọn biểu thức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Giải bài toán sóng âm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ĐỘNG: ÂM KẾT HỢP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2. Công thức lượng giác          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Âm kết hợp: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f(t)=5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t+5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Có phải sóng hình sin không?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Âm kết hợp: </a:t>
                </a:r>
                <a:r>
                  <a:rPr lang="vi-VN"/>
                  <a:t>f(t)=5\sin\ t+5\cos\ t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Có phải sóng hình sin không?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2779776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Biên độ có bằng 5 + 5 = 10?</a:t>
            </a:r>
          </a:p>
        </p:txBody>
      </p:sp>
      <p:pic>
        <p:nvPicPr>
          <p:cNvPr id="9" name="Picture 8" descr="rI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780" y="3602736"/>
            <a:ext cx="6537960" cy="26151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KIỂM CHỨNG MỘT NHẬN ĐỊNH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2. Công thức lượng giác          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An: “cos(a + b) = cos a + cos b”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a=b=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(a+b)=−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nhưng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a+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b=1</m:t>
                    </m:r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An: “cos(a + b) = cos a + cos b”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a=b=\frac{\pi}{3}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  </a:t>
                </a:r>
                <a:r>
                  <a:rPr lang="vi-VN"/>
                  <a:t>\cos\ (a+b)=−\frac{1}{2}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nhưng </a:t>
                </a:r>
                <a:r>
                  <a:rPr lang="vi-VN"/>
                  <a:t>\cos\ a+\cos\ b=1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62102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62102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cos(a + b) ≠ cos a + cos 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1. CÔNG THỨC CỘNG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2. Công thức lượng giác         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8686800" cy="260604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914400" y="1508760"/>
                <a:ext cx="8321040" cy="260604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(a±b)=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b∓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(a±b)=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b±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tan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(a+b)=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tan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a+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tan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tan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tan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den>
                    </m:f>
                  </m:oMath>
                </a14:m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tan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(a−b)=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tan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a−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tan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tan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tan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914400" y="1508760"/>
                <a:ext cx="8321040" cy="260604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\cos\ (a\pm b)=\cos\ a\cos\ b\mp\sin\ a\sin\ b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\sin\ (a\pm b)=\sin\ a\cos\ b\pm\cos\ a\sin\ b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\tan\ (a+b)=\frac{\tan\ a+\tan\ b}{1−\tan\ a\tan\ b}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\tan\ (a−b)=\frac{\tan\ a−\tan\ b}{1+\tan\ a\tan\ b}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2. Công thức lượng giác         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682495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75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45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</m:rad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tan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12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tan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sepChr m:val=""/>
                      </m:dPr>
                      <m:e>
                        <m:f>
                          <m:fPr>
                            <m:type m:val="bar"/>
                          </m:fPr>
                          <m:num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π</m:t>
                            </m:r>
                          </m:num>
                          <m:den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π</m:t>
                            </m:r>
                          </m:num>
                          <m:den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e>
                    </m:d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=2−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rad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682495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\cos\ 75^\circ=\cos\ (45^\circ+30^\circ)=\frac{\sqrt{6}−\sqrt{2}}{4}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\tan\ \frac{\pi}{12}=\tan\ \left(\frac{\pi}{3}−\frac{\pi}{4}\right)=2−\sqrt{3}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328415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28415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Tách thành tổng, hiệu góc đặc biệt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GIẢI BÀI TOÁN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2. Công thức lượng giác          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24942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Ví dụ 2 và Vận dụng 1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x+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sepChr m:val="+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e>
                        <m:f>
                          <m:fPr>
                            <m:type m:val="bar"/>
                          </m:fPr>
                          <m:num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π</m:t>
                            </m:r>
                          </m:num>
                          <m:den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e>
                    </m:d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f(t)=5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sepChr m:val="+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e>
                        <m:f>
                          <m:fPr>
                            <m:type m:val="bar"/>
                          </m:fPr>
                          <m:num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π</m:t>
                            </m:r>
                          </m:num>
                          <m:den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24942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Ví dụ 2 và Vận dụng 1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\sin\ x+\cos\ x=\sqrt{2}\sin\ \left(x+\frac{\pi}{4}\right)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f(t)=5\sqrt{2}\sin\ \left(t+\frac{\pi}{4}\right)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895344"/>
            <a:ext cx="8686800" cy="960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895344"/>
                <a:ext cx="8321040" cy="9601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Biên độ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k=5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≈7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07</m:t>
                    </m: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;   pha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φ=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895344"/>
                <a:ext cx="8321040" cy="9601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Biên độ </a:t>
                </a:r>
                <a:r>
                  <a:rPr lang="vi-VN"/>
                  <a:t>k=5\sqrt{2}\approx 7{,}07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;   pha </a:t>
                </a:r>
                <a:r>
                  <a:rPr lang="vi-VN"/>
                  <a:t>\varphi=\frac{\pi}{4}</a:t>
                </a:r>
              </a:p>
            </p:txBody>
          </p:sp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2. CÔNG THỨC NHÂN ĐÔI, HẠ BẬC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2. Công thức lượng giác          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841247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Hạ bậc: </a:t>
                </a:r>
                <a14:m>
                  <m:oMath xmlns:m="http://schemas.openxmlformats.org/officeDocument/2006/math">
                    <m:sSup>
                      <m:e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2a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  </a:t>
                </a:r>
                <a14:m>
                  <m:oMath xmlns:m="http://schemas.openxmlformats.org/officeDocument/2006/math">
                    <m:sSup>
                      <m:e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2a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841247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Hạ bậc: </a:t>
                </a:r>
                <a:r>
                  <a:rPr lang="vi-VN"/>
                  <a:t>\cos^2a=\frac{1+\cos\ 2a}{2}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  </a:t>
                </a:r>
                <a:r>
                  <a:rPr lang="vi-VN"/>
                  <a:t>\sin^2a=\frac{1−\cos\ 2a}{2}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2487167"/>
            <a:ext cx="8686800" cy="1874519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2487167"/>
                <a:ext cx="8321040" cy="1874519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2a=2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2a=</m:t>
                    </m:r>
                    <m:sSup>
                      <m:e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a−</m:t>
                    </m:r>
                    <m:sSup>
                      <m:e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a=2</m:t>
                    </m:r>
                    <m:sSup>
                      <m:e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a−1=1−2</m:t>
                    </m:r>
                    <m:sSup>
                      <m:e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tan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2a=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tan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1−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2487167"/>
                <a:ext cx="8321040" cy="1874519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\sin\ 2a=2\sin\ a\cos\ a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\cos\ 2a=\cos^2a−\sin^2a=2\cos^2a−1=1−2\sin^2a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\tan\ 2a=\frac{2\tan\ a}{1−\tan^2a}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3 – LUYỆN TẬP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2. Công thức lượng giác          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3364991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a=−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,  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&lt;a&lt;π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a&gt;0⇒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2a=2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Luyện tập 2: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2+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e>
                        </m:rad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3364991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:r>
                  <a:rPr lang="vi-VN"/>
                  <a:t>\cos\ a=−\frac{1}{3}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,   </a:t>
                </a:r>
                <a:r>
                  <a:rPr lang="vi-VN"/>
                  <a:t>\frac{\pi}{2}&lt;a&lt;\pi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\sin\ a&gt;0\Rightarrow\sin\ a=\frac{2\sqrt{2}}{3}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\sin\ 2a=2\sin\ a\cos\ a=−\frac{4\sqrt{2}}{9}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Luyện tập 2: </a:t>
                </a:r>
                <a:r>
                  <a:rPr lang="vi-VN"/>
                  <a:t>\cos\ \frac{\pi}{8}=\frac{\sqrt{2+\sqrt{2}}}{2}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3. TÍCH THÀNH TỔNG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2. Công thức lượng giác          10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771143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Ví dụ: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75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15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60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90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771143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Ví dụ: </a:t>
                </a:r>
                <a:r>
                  <a:rPr lang="vi-VN"/>
                  <a:t>\cos\ 75^\circ\cos\ 15^\circ=\frac{1}{2}(\cos\ 60^\circ+\cos\ 90^\circ)=\frac{1}{4}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2417064"/>
            <a:ext cx="8686800" cy="224028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2417064"/>
                <a:ext cx="8321040" cy="224028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b=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(a−b)+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(a+b)]</m:t>
                    </m:r>
                  </m:oMath>
                </a14:m>
              </a:p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b=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(a−b)−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(a+b)]</m:t>
                    </m:r>
                  </m:oMath>
                </a14:m>
              </a:p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b=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(a−b)+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(a+b)]</m:t>
                    </m:r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2417064"/>
                <a:ext cx="8321040" cy="224028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\cos\ a\cos\ b=\frac{1}{2}[\cos\ (a−b)+\cos\ (a+b)]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\sin\ a\sin\ b=\frac{1}{2}[\cos\ (a−b)−\cos\ (a+b)]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\sin\ a\cos\ b=\frac{1}{2}[\sin\ (a−b)+\sin\ (a+b)]</a:t>
                </a:r>
              </a:p>
            </p:txBody>
          </p:sp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4. TỔNG THÀNH TÍCH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2. Công thức lượng giác         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8686800" cy="291084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914400" y="1508760"/>
                <a:ext cx="8321040" cy="291084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u+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v=2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u+v</m:t>
                        </m:r>
                      </m:num>
                      <m:den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u−v</m:t>
                        </m:r>
                      </m:num>
                      <m:den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a:p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u−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v=−2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u+v</m:t>
                        </m:r>
                      </m:num>
                      <m:den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u−v</m:t>
                        </m:r>
                      </m:num>
                      <m:den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a:p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u+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v=2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u+v</m:t>
                        </m:r>
                      </m:num>
                      <m:den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u−v</m:t>
                        </m:r>
                      </m:num>
                      <m:den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a:p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u−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v=2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u+v</m:t>
                        </m:r>
                      </m:num>
                      <m:den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u−v</m:t>
                        </m:r>
                      </m:num>
                      <m:den>
                        <m:r>
                          <a:rPr lang="vi-VN" sz="22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914400" y="1508760"/>
                <a:ext cx="8321040" cy="291084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\cos\ u+\cos\ v=2\cos\ \frac{u+v}{2}\cos\ \frac{u−v}{2}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\cos\ u−\cos\ v=−2\sin\ \frac{u+v}{2}\sin\ \frac{u−v}{2}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\sin\ u+\sin\ v=2\sin\ \frac{u+v}{2}\cos\ \frac{u−v}{2}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\sin\ u−\sin\ v=2\cos\ \frac{u+v}{2}\sin\ \frac{u−v}{2}</a:t>
                </a:r>
              </a:p>
            </p:txBody>
          </p:sp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5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2. Công thức lượng giác          12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682495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A=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7π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=2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den>
                    </m:f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682495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A=\sin\ \frac{\pi}{9}−\sin\ \frac{4\pi}{9}+\sin\ \frac{7\pi}{9}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=2\sin\ \frac{4\pi}{9}\cos\ \frac{\pi}{3}−\sin\ \frac{4\pi}{9}=0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328415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28415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Ghép cặp để dùng tổng thành tích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2. Công thức lượng giác          13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Tìm lỗi trong lời giải AI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75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</m:rad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5x−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3x=2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4x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Tìm lỗi trong lời giải AI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</a:t>
                </a:r>
                <a:r>
                  <a:rPr lang="vi-VN"/>
                  <a:t>\cos\ 75^\circ=\frac{\sqrt{6}+\sqrt{2}}{4}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</a:t>
                </a:r>
                <a:r>
                  <a:rPr lang="vi-VN"/>
                  <a:t>\sin\ 5x−\sin\ 3x=2\sin\ 4x\cos\ x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621024"/>
            <a:ext cx="8686800" cy="14173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621024"/>
                <a:ext cx="8321040" cy="14173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Đúng: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</m:rad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 và 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4x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Bấm máy thử để kiểm chứng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621024"/>
                <a:ext cx="8321040" cy="14173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Đúng: </a:t>
                </a:r>
                <a:r>
                  <a:rPr lang="vi-VN"/>
                  <a:t>\frac{\sqrt{6}−\sqrt{2}}{4}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 và  </a:t>
                </a:r>
                <a:r>
                  <a:rPr lang="vi-VN"/>
                  <a:t>2\cos\ 4x\sin\ x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Bấm máy thử để kiểm chứng</a:t>
                </a:r>
              </a:p>
            </p:txBody>
          </p:sp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ÂM THANH BÀN PHÍM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2. Công thức lượng giác          14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Phím 4: f</a:t>
                </a:r>
                <a:r>
                  <a:rPr sz="2400" b="1" baseline="-25000">
                    <a:solidFill>
                      <a:srgbClr val="1E40AF"/>
                    </a:solidFill>
                    <a:latin typeface="Calibri"/>
                  </a:rPr>
                  <a:t>1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= 770 Hz, f</a:t>
                </a:r>
                <a:r>
                  <a:rPr sz="2400" b="1" baseline="-25000">
                    <a:solidFill>
                      <a:srgbClr val="1E40AF"/>
                    </a:solidFill>
                    <a:latin typeface="Calibri"/>
                  </a:rPr>
                  <a:t>2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= 1209 Hz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(1540πt)+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(2418πt)</m:t>
                    </m:r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Phím 4: f</a:t>
                </a:r>
                <a:r>
                  <a:rPr sz="2400" b="1" baseline="-25000">
                    <a:solidFill>
                      <a:srgbClr val="1E40AF"/>
                    </a:solidFill>
                    <a:latin typeface="Calibri"/>
                  </a:rPr>
                  <a:t>1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= 770 Hz, f</a:t>
                </a:r>
                <a:r>
                  <a:rPr sz="2400" b="1" baseline="-25000">
                    <a:solidFill>
                      <a:srgbClr val="1E40AF"/>
                    </a:solidFill>
                    <a:latin typeface="Calibri"/>
                  </a:rPr>
                  <a:t>2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= 1209 Hz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y=\sin\ (1540\pi t)+\sin\ (2418\pi t)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2779776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2779776"/>
                <a:ext cx="6035040" cy="6858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y=2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(1979πt)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(439πt)</m:t>
                    </m:r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2779776"/>
                <a:ext cx="6035040" cy="6858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y=2\sin\ (1979\pi t)\cos\ (439\pi t)</a:t>
                </a:r>
              </a:p>
            </p:txBody>
          </p:sp>
        </mc:Fallback>
      </mc:AlternateContent>
      <p:pic>
        <p:nvPicPr>
          <p:cNvPr id="9" name="Picture 8" descr="rI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360164"/>
            <a:ext cx="4389120" cy="291491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NHIỆM VỤ NHÓM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2. Công thức lượng giác         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401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Chọn 3 phím số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Lập hàm số sóng âm từng phím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Biến đổi về dạng tích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Kiểm chứng đồ thị trên Desmos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Tìm hiểu hiện tượng phách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Nộp kèm Nhật ký sử dụng AI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2. Công thức lượng giác          16</a:t>
            </a:r>
          </a:p>
        </p:txBody>
      </p:sp>
      <p:pic>
        <p:nvPicPr>
          <p:cNvPr id="6" name="Picture 5" descr="rId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400" y="1417320"/>
            <a:ext cx="725672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2. Công thức lượng giác         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Bai2_Toan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trangtu66.github.io/Taode_thi_online/cc_bai2_t11.html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