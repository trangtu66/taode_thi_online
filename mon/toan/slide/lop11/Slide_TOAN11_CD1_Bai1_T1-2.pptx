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hyperlink" Target="https://trangtu66.github.io/Taode_thi_online/cc_cd1bai1_t11.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40AF"/>
                </a:solidFill>
                <a:latin typeface="Arial"/>
              </a:rPr>
              <a:t>PHÉP BIẾN HÌNH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E293B"/>
                </a:solidFill>
                <a:latin typeface="Calibri"/>
              </a:rPr>
              <a:t>Chuyên đề 1. Phép biến hình phẳng – Bài 1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566160"/>
            <a:ext cx="2286000" cy="3000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8404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Chuyên đề học tập Toán 11 (Kết nối tri thức với cuộc sống)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Tiết 1 – 2 (chuyên đề) · Năm học 2026 – 2027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GV soạn: TTT – Trường THPT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1. Phép biến hình         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30708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Hiểu phép biến hình, phép đồng nhất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Xác định ảnh của một điểm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Tìm ảnh của đường thẳng, đường tròn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Nhận biết phép co, dãn về trục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Ứng dụng trong phần mềm chỉnh ảnh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KHỞI ĐỘNG: TRÒ CHƠI ĐẶT XU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1. Phép biến hình        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Trò chơi đặt xu: Hoa – Hưng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Hoa đặt xu đầu tiên tại tâm O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Hưng đặt ở M, Hoa đặt ở M′ đối xứng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Ai là người thắng cuộc?</a:t>
            </a:r>
          </a:p>
        </p:txBody>
      </p:sp>
      <p:pic>
        <p:nvPicPr>
          <p:cNvPr id="9" name="Picture 8" descr="rId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763952"/>
            <a:ext cx="4389120" cy="21073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1. PHÉP BIẾN HÌNH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1. Phép biến hình        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M′: ảnh của M qua f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Phép đồng nhất: biến M thành 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79776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79776"/>
            <a:ext cx="8321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Mỗi điểm M ↦ duy nhất một điểm M′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Kí hiệu: f(M) = M′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1. Phép biến hình         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Hình chiếu lên d: phép biến hình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Mọi điểm trên a ⊥ d có cùng ảnh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“Cách M bằng 1”: không phải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Có vô số điểm M′ ⇒ không duy nhất</a:t>
            </a:r>
          </a:p>
        </p:txBody>
      </p:sp>
      <p:pic>
        <p:nvPicPr>
          <p:cNvPr id="9" name="Picture 8" descr="rId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847987"/>
            <a:ext cx="4389120" cy="39392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GIẢI TÌNH HUỐNG MỞ ĐẦU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1. Phép biến hình         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Các xu đối xứng từng cặp qua O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Hưng đặt được ⇒ Hoa đặt được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79776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79776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Hoa luôn thắng</a:t>
            </a:r>
          </a:p>
        </p:txBody>
      </p:sp>
      <p:pic>
        <p:nvPicPr>
          <p:cNvPr id="9" name="Picture 8" descr="rId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763952"/>
            <a:ext cx="4389120" cy="210733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2. ẢNH CỦA MỘT HÌNH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1. Phép biến hình         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f: M(x; y) ↦ M′(x + 1; y + 2)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A(−1; 5) ↦ A′(0; 7);  B(2; 2) ↦ B′(3; 4)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Δ: x + y − 4 = 0  ↦  Δ′: x + y − 7 = 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ℋ′ = f(ℋ): tập các ảnh f(M), M ∈ ℋ</a:t>
            </a:r>
          </a:p>
        </p:txBody>
      </p:sp>
      <p:pic>
        <p:nvPicPr>
          <p:cNvPr id="9" name="Picture 8" descr="rId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578847"/>
            <a:ext cx="4389120" cy="447754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3. PHÉP CO, DÃN VỀ TRỤC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1. Phép biến hình         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f: M(x; y) ↦ M′(x; ky),  k &gt; 0, k ≠ 1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k &lt; 1: co về trục Ox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k &gt; 1: dãn xa trục Ox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9601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3346704"/>
                <a:ext cx="6035040" cy="9601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Đường tròn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↦ elip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p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p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d>
                              <m:dPr>
                                <m:sepChr m:val=""/>
                              </m:dPr>
                              <m:e>
                                <m:r>
                                  <a:rPr lang="vi-VN" sz="2400" b="1">
                                    <a:solidFill>
                                      <a:srgbClr val="991B1B"/>
                                    </a:solidFill>
                                    <a:latin typeface="Cambria Math" panose="02040503050406030204" pitchFamily="18" charset="0"/>
                                  </a:rPr>
                                  <m:t>k</m:t>
                                </m:r>
                                <m:r>
                                  <a:rPr lang="vi-VN" sz="2400" b="1">
                                    <a:solidFill>
                                      <a:srgbClr val="991B1B"/>
                                    </a:solidFill>
                                    <a:latin typeface="Cambria Math" panose="02040503050406030204" pitchFamily="18" charset="0"/>
                                  </a:rPr>
                                  <m:t>R</m:t>
                                </m:r>
                              </m:e>
                            </m:d>
                          </m:e>
                          <m:sup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3346704"/>
                <a:ext cx="6035040" cy="9601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Đường tròn </a:t>
                </a:r>
                <a:r>
                  <a:rPr lang="vi-VN"/>
                  <a:t>x^2+y^2=R^2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↦ elip </a:t>
                </a:r>
                <a:r>
                  <a:rPr lang="vi-VN"/>
                  <a:t>\frac{x^2}{R^2}+\frac{y^2}{(kR)^2}=1</a:t>
                </a:r>
              </a:p>
            </p:txBody>
          </p:sp>
        </mc:Fallback>
      </mc:AlternateContent>
      <p:pic>
        <p:nvPicPr>
          <p:cNvPr id="9" name="Picture 8" descr="rId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932405"/>
            <a:ext cx="4389120" cy="177043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DỤNG: ẢNH HOA HỒNG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1. Phép biến hình         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Ảnh phải: co về trục Ox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Ảnh trái: co về trục Oy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M(x; y) ↦ M′(kx; y)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Phần mềm dùng phép co, dãn</a:t>
            </a:r>
          </a:p>
        </p:txBody>
      </p:sp>
      <p:pic>
        <p:nvPicPr>
          <p:cNvPr id="9" name="Picture 8" descr="rId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4444" y="4169664"/>
            <a:ext cx="8432631" cy="204825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 1.1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1. Phép biến hình         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I(1; 2) là trung điểm của AA′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A′ = (2·1 − 3; 2·2 + 2)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79776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79776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A(3; −2) ↦ A′(−1; 6)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1. Phép biến hình         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Tìm lỗi trong lời giải AI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AI: thay x = x′ + 1, y = y′ + 2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AI: “OM′ = OM” là phép biến hình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1066799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8321040" cy="10667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991B1B"/>
                </a:solidFill>
                <a:latin typeface="Calibri"/>
              </a:rPr>
              <a:t>Đúng: x = x′ − 1, y = y′ − 2 ⇒ Δ′: x + y − 7 = 0</a:t>
            </a:r>
          </a:p>
          <a:p>
            <a:pPr algn="l">
              <a:spcAft>
                <a:spcPts val="400"/>
              </a:spcAft>
            </a:pPr>
            <a:r>
              <a:rPr sz="2200" b="1">
                <a:solidFill>
                  <a:srgbClr val="991B1B"/>
                </a:solidFill>
                <a:latin typeface="Calibri"/>
              </a:rPr>
              <a:t>M′ không duy nhất ⇒ không phải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NHIỆM VỤ NHÓM: TOÁN HỌC CHỈNH ẢNH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1. Phép biến hình         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Chọn ảnh về trường, quê hương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Co, dãn ảnh theo một chiều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Viết biểu thức tọa độ, tính k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Hình tròn biến thành hình gì?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Nộp 3–5 slide, Nhật ký AI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SƠ ĐỒ TƯ DUY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1. Phép biến hình          13</a:t>
            </a:r>
          </a:p>
        </p:txBody>
      </p:sp>
      <p:cxnSp>
        <p:nvCxnSpPr>
          <p:cNvPr id="6" name="Connector 5"/>
          <p:cNvCxnSpPr/>
          <p:nvPr/>
        </p:nvCxnSpPr>
        <p:spPr>
          <a:xfrm flipH="1" flipV="1">
            <a:off x="4338888" y="2670962"/>
            <a:ext cx="1688379" cy="1283818"/>
          </a:xfrm>
          <a:prstGeom prst="line">
            <a:avLst/>
          </a:prstGeom>
          <a:ln w="44450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 flipV="1">
            <a:off x="2421369" y="2244872"/>
            <a:ext cx="1917519" cy="426090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191272" y="1968560"/>
            <a:ext cx="1230097" cy="552622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Quy tắc M ↦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M' duy nhất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2635999" y="2670962"/>
            <a:ext cx="1702889" cy="100711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76642" y="2596073"/>
            <a:ext cx="1659357" cy="351200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Ảnh của một hình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2550147" y="2670962"/>
            <a:ext cx="1788741" cy="526801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062494" y="3022163"/>
            <a:ext cx="1487653" cy="351200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Phép đồng nhất</a:t>
            </a:r>
          </a:p>
        </p:txBody>
      </p:sp>
      <p:sp>
        <p:nvSpPr>
          <p:cNvPr id="13" name="Oval 12"/>
          <p:cNvSpPr/>
          <p:nvPr/>
        </p:nvSpPr>
        <p:spPr>
          <a:xfrm>
            <a:off x="3225238" y="2427575"/>
            <a:ext cx="2227301" cy="486773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Phép biến hình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6027267" y="2670962"/>
            <a:ext cx="1688379" cy="1283818"/>
          </a:xfrm>
          <a:prstGeom prst="line">
            <a:avLst/>
          </a:prstGeom>
          <a:ln w="44450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7715646" y="2144161"/>
            <a:ext cx="1465145" cy="526801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180791" y="1968560"/>
            <a:ext cx="2134845" cy="351200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Bảo toàn khoảng cách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715646" y="2670962"/>
            <a:ext cx="1702889" cy="0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418535" y="2394651"/>
            <a:ext cx="1659357" cy="552622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Hợp các phép dời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hình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15646" y="2670962"/>
            <a:ext cx="1617037" cy="526801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332683" y="3022163"/>
            <a:ext cx="1831061" cy="351200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Hai hình bằng nhau</a:t>
            </a:r>
          </a:p>
        </p:txBody>
      </p:sp>
      <p:sp>
        <p:nvSpPr>
          <p:cNvPr id="21" name="Oval 20"/>
          <p:cNvSpPr/>
          <p:nvPr/>
        </p:nvSpPr>
        <p:spPr>
          <a:xfrm>
            <a:off x="6671337" y="2427575"/>
            <a:ext cx="2088617" cy="486773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Phép dời hình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4338888" y="3954780"/>
            <a:ext cx="1688379" cy="1283817"/>
          </a:xfrm>
          <a:prstGeom prst="line">
            <a:avLst/>
          </a:prstGeom>
          <a:ln w="4445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2721851" y="4611085"/>
            <a:ext cx="1617037" cy="627512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90790" y="4334774"/>
            <a:ext cx="1831061" cy="552622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Thẳng hàng → thẳng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hàng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2764777" y="5238597"/>
            <a:ext cx="1574111" cy="0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47864" y="4962286"/>
            <a:ext cx="1916913" cy="552622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Đường thẳng → đường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thẳng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2721851" y="5238597"/>
            <a:ext cx="1617037" cy="627512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90790" y="5589798"/>
            <a:ext cx="1831061" cy="552622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Đường tròn → đường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tròn cùng bán kính</a:t>
            </a:r>
          </a:p>
        </p:txBody>
      </p:sp>
      <p:sp>
        <p:nvSpPr>
          <p:cNvPr id="29" name="Oval 28"/>
          <p:cNvSpPr/>
          <p:nvPr/>
        </p:nvSpPr>
        <p:spPr>
          <a:xfrm>
            <a:off x="3571948" y="4995210"/>
            <a:ext cx="1533881" cy="486773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Tính chất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027267" y="3954780"/>
            <a:ext cx="1688379" cy="1283817"/>
          </a:xfrm>
          <a:prstGeom prst="line">
            <a:avLst/>
          </a:prstGeom>
          <a:ln w="4445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7715646" y="4711796"/>
            <a:ext cx="1702889" cy="526801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418535" y="4435485"/>
            <a:ext cx="1659357" cy="552622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Thiết kế hoa văn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đối xứng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715646" y="5238597"/>
            <a:ext cx="1745815" cy="0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461461" y="5062997"/>
            <a:ext cx="1573505" cy="351200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Kiến trúc, logo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715646" y="5238597"/>
            <a:ext cx="1531185" cy="526801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9246831" y="5489087"/>
            <a:ext cx="2002765" cy="552622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Chuyển động trong đồ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hoạ máy tính</a:t>
            </a:r>
          </a:p>
        </p:txBody>
      </p:sp>
      <p:sp>
        <p:nvSpPr>
          <p:cNvPr id="37" name="Oval 36"/>
          <p:cNvSpPr/>
          <p:nvPr/>
        </p:nvSpPr>
        <p:spPr>
          <a:xfrm>
            <a:off x="7018047" y="4995210"/>
            <a:ext cx="1395197" cy="486773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Ứng dụng</a:t>
            </a:r>
          </a:p>
        </p:txBody>
      </p:sp>
      <p:sp>
        <p:nvSpPr>
          <p:cNvPr id="38" name="Oval 37"/>
          <p:cNvSpPr/>
          <p:nvPr/>
        </p:nvSpPr>
        <p:spPr>
          <a:xfrm>
            <a:off x="4705590" y="3089696"/>
            <a:ext cx="2643353" cy="1730166"/>
          </a:xfrm>
          <a:prstGeom prst="ellipse">
            <a:avLst/>
          </a:prstGeom>
          <a:solidFill>
            <a:srgbClr val="002060"/>
          </a:solidFill>
          <a:ln w="25400">
            <a:solidFill>
              <a:srgbClr val="000B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CHUYÊN ĐỀ 1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– BÀI 1: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PHÉP BIẾN HÌNH.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PHÉP DỜI HÌNH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1. Phép biến hình         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4572000" cy="457200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QR_CungCo_CD1_Bai1_Toan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691640"/>
            <a:ext cx="41148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0720" y="1554480"/>
            <a:ext cx="60350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Quét mã QR bằng điện thoại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Nhập họ tên và lớp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7 câu – làm trong 7 phút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Nộp bài, xem lời giải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4754880"/>
            <a:ext cx="6035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1E40AF"/>
                </a:solidFill>
                <a:latin typeface="Calibri"/>
                <a:hlinkClick r:id="rId3"/>
              </a:rPr>
              <a:t>trangtu66.github.io/Taode_thi_online/cc_cd1bai1_t11.html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TTT</dc:creator>
  <cp:keywords/>
  <dc:description>generated using python-pptx</dc:description>
  <cp:lastModifiedBy>TTT</cp:lastModifiedBy>
  <cp:revision>1</cp:revision>
  <dcterms:created xsi:type="dcterms:W3CDTF">2013-01-27T09:14:16Z</dcterms:created>
  <dcterms:modified xsi:type="dcterms:W3CDTF">2013-01-27T09:15:58Z</dcterms:modified>
  <cp:category/>
</cp:coreProperties>
</file>