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cd1bai2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PHÉP TỊNH TIẾN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1. Phép biến hình phẳng – Bài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3 – 4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07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phép tịnh tiến, vectơ tịnh tiến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Viết biểu thức tọa độ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Nắm tính chất bảo toàn khoảng cách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ảnh điểm, đường thẳng, đường tròn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Ứng dụng lát gạch, hoa văn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ĐỘI HÌNH DIỄU HÀNH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Diễu hành: mỗi bước tiến đều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Hai người dịch chuyển ra sao?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Khoảng cách giữa họ có đổi?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Liên quan gì tới Toán học?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177864"/>
            <a:ext cx="4389120" cy="32795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PHÉP TỊNH TIẾN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Các vectơ dịch chuyển bằng nhau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limUp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li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lim>
                        </m:limUpp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phép đồng nhất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limUp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li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lim>
                        </m:limUpp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biến M′ thành M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Các vectơ dịch chuyển bằng nhau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T_{\vec{0}}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phép đồng nhất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T_{−\vec{u}}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biến M′ thành M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Up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limUp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lim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lim>
                        </m:limUpp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(M)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\overrightarrow{MM'}=\vec{u}\Leftrightarrow M'=T_{\vec{u}}(M)</a:t>
                </a:r>
              </a:p>
            </p:txBody>
          </p:sp>
        </mc:Fallback>
      </mc:AlternateContent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756370"/>
            <a:ext cx="4389120" cy="21224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BIỂU THỨC TỌA ĐỘ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1: A(1; 2) ↦ A′(2; 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=(1;3)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Hùng: tịnh tiến 30 cm hướng đông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1: A(1; 2) ↦ A′(2; 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\vec{u}=\overrightarrow{AA'}=(1;3)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Hùng: tịnh tiến 30 cm hướng đông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=(a;b)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 M(x; y) ↦ M′(x + a; y + b)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\vec{u}=(a;b)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 M(x; y) ↦ M′(x + a; y + b)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TÍNH CHẤT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Đoạn thẳng, tam giác ↦ hình bằng nó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Đường tròn ↦ đường tròn cùng bán kính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Đường thẳng ↦ song song hoặc trùng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M′N′ = MN: bảo toàn khoảng cách</a:t>
            </a:r>
          </a:p>
        </p:txBody>
      </p:sp>
      <p:pic>
        <p:nvPicPr>
          <p:cNvPr id="9" name="Picture 8" descr="rI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733" y="4169664"/>
            <a:ext cx="8724053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limUp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BM</m:t>
                            </m:r>
                          </m:e>
                          <m:li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lim>
                        </m:limUpp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tam giác BMP ↦ MCN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limUp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BP</m:t>
                            </m:r>
                          </m:e>
                          <m:li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lim>
                        </m:limUpp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tam giác BMP ↦ PNA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T_{\overrightarrow{BM}}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tam giác BMP ↦ MCN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T_{\overrightarrow{BP}}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tam giác BMP ↦ PNA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Tìm ảnh của từng đỉnh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121577"/>
            <a:ext cx="4389120" cy="33920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(C):(x−1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+(y+2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=(3;4)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Tâm I(1; −2) ↦ I′(4; 2)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Bán kính giữ nguyên: R = 5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(C):(x−1)^2+(y+2)^2=25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</a:t>
                </a:r>
                <a:r>
                  <a:rPr lang="vi-VN"/>
                  <a:t>\vec{u}=(3;4)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Tâm I(1; −2) ↦ I′(4; 2)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Bán kính giữ nguyên: R = 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):(x−4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+(y−2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(C'):(x−4)^2+(y−2)^2=25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LÁT GẠCH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Lưới gạch biến thành chính nó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Không đổi hướng các tam giác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Bài 1.5: vectơ tịnh tiến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Lưới gạch biến thành chính nó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Không đổi hướng các tam giác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Bài 1.5: vectơ tịnh tiến </a:t>
                </a:r>
                <a:r>
                  <a:rPr lang="vi-VN"/>
                  <a:t>3\vec{u}+\vec{v}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Xanh ↦ xanh;  đỏ ↦ đỏ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28825"/>
            <a:ext cx="4389120" cy="35775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Upp>
                      <m:e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=(−1;−3)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bán kính mới R′ = 5 + 5 = 10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\vec{u}=\overrightarrow{A'A}=(−1;−3)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bán kính mới R′ = 5 + 5 = 10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Up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=(1;3)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 B′(1; 4)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Tịnh tiến giữ nguyên bán kính: R′ = 5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:r>
                  <a:rPr lang="vi-VN"/>
                  <a:t>\vec{u}=\overrightarrow{AA'}=(1;3)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 B′(1; 4)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Tịnh tiến giữ nguyên bán kính: R′ = 5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HOA VĂN THỔ CẨM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hoa văn thổ cẩm Tây Nguyên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Vẽ họa tiết cơ sở trên GeoGebra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Tịnh tiến theo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lưới 3 ×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Chỉ ra vectơ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+n</m:t>
                    </m:r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Nộp tệp, thuyết minh, Nhật ký AI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hoa văn thổ cẩm Tây Nguyên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Vẽ họa tiết cơ sở trên GeoGebra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Tịnh tiến theo </a:t>
                </a:r>
                <a:r>
                  <a:rPr lang="vi-VN"/>
                  <a:t>\vec{u}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\vec{v}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lưới 3 ×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Chỉ ra vectơ </a:t>
                </a:r>
                <a:r>
                  <a:rPr lang="vi-VN"/>
                  <a:t>m\vec{u}+n\vec{v}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Nộp tệp, thuyết minh, Nhật ký AI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12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593073" y="1942739"/>
            <a:ext cx="1745815" cy="728223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19568" y="1666427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Theo vectơ v⃗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(a; b)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2319007" y="2570251"/>
            <a:ext cx="2019881" cy="10071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293634" y="2293940"/>
            <a:ext cx="1025373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M' = M +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v⃗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593073" y="2670962"/>
            <a:ext cx="1745815" cy="62751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19568" y="2921452"/>
            <a:ext cx="1573505" cy="754044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Biểu thức: x'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x + a, y'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= y + b</a:t>
            </a:r>
          </a:p>
        </p:txBody>
      </p:sp>
      <p:sp>
        <p:nvSpPr>
          <p:cNvPr id="13" name="Oval 12"/>
          <p:cNvSpPr/>
          <p:nvPr/>
        </p:nvSpPr>
        <p:spPr>
          <a:xfrm>
            <a:off x="3502606" y="2427575"/>
            <a:ext cx="1672565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Định nghĩa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715646" y="2043450"/>
            <a:ext cx="1702889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418535" y="1867849"/>
            <a:ext cx="1659357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Là phép dời hình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715646" y="2570251"/>
            <a:ext cx="1617037" cy="10071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32683" y="2293940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Đường thẳng → song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song/trùng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15646" y="2670962"/>
            <a:ext cx="1531185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46831" y="2921452"/>
            <a:ext cx="2002765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Đường tròn: bán kính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không đổi</a:t>
            </a:r>
          </a:p>
        </p:txBody>
      </p:sp>
      <p:sp>
        <p:nvSpPr>
          <p:cNvPr id="21" name="Oval 20"/>
          <p:cNvSpPr/>
          <p:nvPr/>
        </p:nvSpPr>
        <p:spPr>
          <a:xfrm>
            <a:off x="6948705" y="2427575"/>
            <a:ext cx="1533881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Tính chất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593073" y="5025552"/>
            <a:ext cx="1745815" cy="21304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9568" y="4749241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T(v⃗) ∘ T(u⃗)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T(u⃗ + v⃗)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721851" y="5238597"/>
            <a:ext cx="1617037" cy="31375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0790" y="5376753"/>
            <a:ext cx="1831061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Phép ngược: T(−v⃗)</a:t>
            </a:r>
          </a:p>
        </p:txBody>
      </p:sp>
      <p:sp>
        <p:nvSpPr>
          <p:cNvPr id="27" name="Oval 26"/>
          <p:cNvSpPr/>
          <p:nvPr/>
        </p:nvSpPr>
        <p:spPr>
          <a:xfrm>
            <a:off x="3294580" y="4826713"/>
            <a:ext cx="2088617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Hợp phép tịnh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tiến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715646" y="4611085"/>
            <a:ext cx="1574111" cy="62751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89757" y="4334774"/>
            <a:ext cx="1916913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Cuộn trang, kéo thả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đồ hoạ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15646" y="5238597"/>
            <a:ext cx="1617037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332683" y="4962286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Dịch chuyển hệ toạ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độ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15646" y="5238597"/>
            <a:ext cx="1531185" cy="62751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246831" y="5589798"/>
            <a:ext cx="2002765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Robot nông nghiệp di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chuyển</a:t>
            </a:r>
          </a:p>
        </p:txBody>
      </p:sp>
      <p:sp>
        <p:nvSpPr>
          <p:cNvPr id="35" name="Oval 34"/>
          <p:cNvSpPr/>
          <p:nvPr/>
        </p:nvSpPr>
        <p:spPr>
          <a:xfrm>
            <a:off x="7018047" y="4995210"/>
            <a:ext cx="1395197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Ứng dụng</a:t>
            </a:r>
          </a:p>
        </p:txBody>
      </p:sp>
      <p:sp>
        <p:nvSpPr>
          <p:cNvPr id="36" name="Oval 35"/>
          <p:cNvSpPr/>
          <p:nvPr/>
        </p:nvSpPr>
        <p:spPr>
          <a:xfrm>
            <a:off x="4784178" y="3287245"/>
            <a:ext cx="2486178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CHUYÊN ĐỀ 1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– BÀI 2: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PHÉP TỊNH TIẾN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2. Phép tịnh tiến        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2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trangtu66.github.io/Taode_thi_online/cc_cd1bai2_t11.html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