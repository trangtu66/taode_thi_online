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trangtu66.github.io/Taode_thi_online/cc_chuong1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TẬP CUỐI CHƯƠNG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Hàm số lượng giác và phương trình lượng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10 theo PPCT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Hệ thống kiến thức Chương 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giá trị lượng giác, rút gọn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Chứng minh đẳng thức lượng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tập xác định, tập giá trị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phương trình lượng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huyết áp, ánh sáng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HUYẾT ÁP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p(t)=115+25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(160πt)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(mmHg)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Huyết áp có bình thường không?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Tim đập bao nhiêu nhịp mỗi phút?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p(t)=115+25\sin\ (160\pi t)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(mmHg)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Huyết áp có bình thường không?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Tim đập bao nhiêu nhịp mỗi phút?</a:t>
                </a:r>
              </a:p>
            </p:txBody>
          </p:sp>
        </mc:Fallback>
      </mc:AlternateContent>
      <p:pic>
        <p:nvPicPr>
          <p:cNvPr id="7" name="Picture 6" descr="huyet_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507" y="3346704"/>
            <a:ext cx="5132506" cy="28712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CHƯƠNG 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4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593073" y="2144161"/>
            <a:ext cx="1745815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19568" y="1968560"/>
            <a:ext cx="1573505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Đổi độ ↔ radian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2678925" y="2570251"/>
            <a:ext cx="1659963" cy="10071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33716" y="2394651"/>
            <a:ext cx="1745209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GTLG góc đặc biệt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807703" y="2670962"/>
            <a:ext cx="1531185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4938" y="2820741"/>
            <a:ext cx="200276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Chứng minh đẳng thức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lượng giác</a:t>
            </a:r>
          </a:p>
        </p:txBody>
      </p:sp>
      <p:sp>
        <p:nvSpPr>
          <p:cNvPr id="13" name="Oval 12"/>
          <p:cNvSpPr/>
          <p:nvPr/>
        </p:nvSpPr>
        <p:spPr>
          <a:xfrm>
            <a:off x="3225238" y="2259078"/>
            <a:ext cx="2227301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Góc &amp; giá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trị lượng giác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715646" y="2144161"/>
            <a:ext cx="1617037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32683" y="1867849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Cộng, nhân đôi, hạ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bậc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15646" y="2670962"/>
            <a:ext cx="1745815" cy="10071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61461" y="2495362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Biến đổi tổng ↔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tích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15646" y="2670962"/>
            <a:ext cx="1659963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75609" y="3122874"/>
            <a:ext cx="1745209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Rút gọn biểu thức</a:t>
            </a:r>
          </a:p>
        </p:txBody>
      </p:sp>
      <p:sp>
        <p:nvSpPr>
          <p:cNvPr id="21" name="Oval 20"/>
          <p:cNvSpPr/>
          <p:nvPr/>
        </p:nvSpPr>
        <p:spPr>
          <a:xfrm>
            <a:off x="6532653" y="2259078"/>
            <a:ext cx="2365985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Công thức lượng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giác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678925" y="4611085"/>
            <a:ext cx="1659963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33716" y="4334774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Tập xác định, tập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giá trị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764777" y="5238597"/>
            <a:ext cx="1574111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47864" y="4962286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Chẵn, lẻ, tuần hoàn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(chu kì)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635999" y="5238597"/>
            <a:ext cx="1702889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6642" y="5589798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Đồ thị sin, cos,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tan, cot</a:t>
            </a:r>
          </a:p>
        </p:txBody>
      </p:sp>
      <p:sp>
        <p:nvSpPr>
          <p:cNvPr id="29" name="Oval 28"/>
          <p:cNvSpPr/>
          <p:nvPr/>
        </p:nvSpPr>
        <p:spPr>
          <a:xfrm>
            <a:off x="3363922" y="4826713"/>
            <a:ext cx="1949933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Hàm số lượng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giác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715646" y="4711796"/>
            <a:ext cx="1927425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43071" y="4334774"/>
            <a:ext cx="1210285" cy="754044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sin x = m,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cos x = m,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tan x = 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15646" y="5238597"/>
            <a:ext cx="1874593" cy="20142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0239" y="5163708"/>
            <a:ext cx="1315949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Đưa về PT cơ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bản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15646" y="5238597"/>
            <a:ext cx="1702889" cy="72822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418535" y="5791220"/>
            <a:ext cx="1659357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Bài toán thực tế</a:t>
            </a:r>
          </a:p>
        </p:txBody>
      </p:sp>
      <p:sp>
        <p:nvSpPr>
          <p:cNvPr id="37" name="Oval 36"/>
          <p:cNvSpPr/>
          <p:nvPr/>
        </p:nvSpPr>
        <p:spPr>
          <a:xfrm>
            <a:off x="6324627" y="4826713"/>
            <a:ext cx="2782037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Phương trình lượng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giác</a:t>
            </a:r>
          </a:p>
        </p:txBody>
      </p:sp>
      <p:sp>
        <p:nvSpPr>
          <p:cNvPr id="38" name="Oval 37"/>
          <p:cNvSpPr/>
          <p:nvPr/>
        </p:nvSpPr>
        <p:spPr>
          <a:xfrm>
            <a:off x="4941353" y="2892148"/>
            <a:ext cx="2171828" cy="2125263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TẬP CUỐI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CHƯƠNG I –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HÀM SỐ LƯỢNG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GIÁC VÀ PT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LƯỢNG GIÁC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GHI NHỚ: CÔNG THỨC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Góc bù: sin(π − α) = sin α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Góc hơn kém π: cos(π + α) = −cos 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16002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6002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(a±b)=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b∓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(a±b)=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b±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2a=1−2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a−1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6002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(a\pm b)=\cos\ a\cos\ b\mp\sin\ a\sin\ b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(a\pm b)=\sin\ a\cos\ b\pm\cos\ a\sin\ b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2a=1−2\sin^2 a=2\cos^2 a−1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GHI NHỚ: PHƯƠNG TRÌNH CƠ BẢN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|m| &gt; 1: sin x = m vô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Chu kì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ωx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|m| &gt; 1: sin x = m vô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Chu kì </a:t>
                </a:r>
                <a:r>
                  <a:rPr lang="vi-VN"/>
                  <a:t>y=A\sin\ \omega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T=\frac{2\pi}{|\omega|}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14859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14859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x=α+k2π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x=π−α+k2π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x=±α+k2π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x=α+kπ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14859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x=\sin\ \alpha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:r>
                  <a:rPr lang="vi-VN"/>
                  <a:t>x=\alpha+k2\pi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x=\pi−\alpha+k2\pi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x=\cos\ \alpha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:r>
                  <a:rPr lang="vi-VN"/>
                  <a:t>x=\pm\alpha+k2\pi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x=\tan\ \alpha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:r>
                  <a:rPr lang="vi-VN"/>
                  <a:t>x=\alpha+k\pi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1.23 – 1.26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1.23.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17π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góc trùng?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1.24. Khẳng định sai: cos(π − α) = cos α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1.25. Khẳng định sai: cos(a − b) = …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1.26. M = cos(a + b)cos(a − b) − sin(a + b)sin(a − b)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1.23. </a:t>
                </a:r>
                <a:r>
                  <a:rPr lang="vi-VN"/>
                  <a:t>−\frac{5\pi}{6};\ \frac{\pi}{3};\ \frac{25\pi}{3};\ \frac{17\pi}{6}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góc trùng?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1.24. Khẳng định sai: cos(π − α) = cos α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1.25. Khẳng định sai: cos(a − b) = …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1.26. M = cos(a + b)cos(a − b) − sin(a + b)sin(a − b)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1.27 – 1.30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1.27. y = cos x là hàm số lẻ?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1.28. Hàm tuần hoàn: y = cot x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1.29. Số giao điểm sin x, cos x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1.30. Tập xác định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1.27. y = cos x là hàm số lẻ?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1.28. Hàm tuần hoàn: y = cot x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1.29. Số giao điểm sin x, cos x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1.30. Tập xác định </a:t>
                </a:r>
                <a:r>
                  <a:rPr lang="vi-VN"/>
                  <a:t>y=\frac{\cos\ x}{\sin\ x−1}</a:t>
                </a:r>
              </a:p>
            </p:txBody>
          </p:sp>
        </mc:Fallback>
      </mc:AlternateContent>
      <p:pic>
        <p:nvPicPr>
          <p:cNvPr id="7" name="Picture 6" descr="sin_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796" y="4187951"/>
            <a:ext cx="4689928" cy="20299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ĐÁP ÁN TRẮC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2412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71323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Câu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Đáp án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Lí do chính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1.23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γ = π/3 + 8π trùng β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1.24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1B1B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cos(π − α) = −cos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cos(a − b) = cos a cos b + sin a sin 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1.26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1B1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M = cos 2a = 1 − 2sin²a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1.27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1B1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cos x là hàm số chẵn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1B1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cot x tuần hoàn, chu kì 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1.29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x = π/4 + kπ, k = −2, …,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1.30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1B1B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sin x ≠ 1 ⇔ x ≠ π/2 + k2π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1.31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(vì góc phần tư II)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+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+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\alpha=\frac{\sqrt{6}}{3}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(vì góc phần tư II)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\sin\ \left(\alpha+\frac{\pi}{6}\right)=\frac{3\sqrt{2}−\sqrt{3}}{6}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\cos\ \left(\alpha+\frac{\pi}{6}\right)=−\frac{3+\sqrt{6}}{6}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69663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9663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Xét dấu sin α trước khi tính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1.33, 1.34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1.33a) Tập giá trị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1.33b)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+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1.34a)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1.33a) Tập giá trị </a:t>
                </a:r>
                <a:r>
                  <a:rPr lang="vi-VN"/>
                  <a:t>[−3;1]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1.33b) </a:t>
                </a:r>
                <a:r>
                  <a:rPr lang="vi-VN"/>
                  <a:t>y=\sqrt{2}\sin\ \left(x+\frac{\pi}{4}\right)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[−\sqrt{2};\sqrt{2}]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1.34a) </a:t>
                </a:r>
                <a:r>
                  <a:rPr lang="vi-VN"/>
                  <a:t>\cos\ \left(3x−\frac{\pi}{4}\right)=\cos\ \frac{3\pi}{4}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k2π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k2π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x=\frac{\pi}{3}+\frac{k2\pi}{3}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x=−\frac{\pi}{6}+\frac{k2\pi}{3}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1.34 (TIẾP)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x−1=−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⇒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k2π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=x−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2\sin^2x−1=−\cos\ 2x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</a:t>
                </a:r>
                <a:r>
                  <a:rPr lang="vi-VN"/>
                  <a:t>\cos\ 3x=\cos\ 2x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⇒ </a:t>
                </a:r>
                <a:r>
                  <a:rPr lang="vi-VN"/>
                  <a:t>x=\frac{k2\pi}{5}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2x+\frac{\pi}{5}=x−\frac{\pi}{6}+k\pi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11π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(thỏa điều kiện)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x=−\frac{11\pi}{30}+k\pi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(thỏa điều kiện)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x−1=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160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25,5 nhịp/phút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2\sin^2x−1=\cos\ 2x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T=\frac{2\pi}{160}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25,5 nhịp/phút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x−1=−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2x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T = 1/80 phút, 80 nhịp/phút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:r>
                  <a:rPr lang="vi-VN"/>
                  <a:t>2\sin^2x−1=−\cos\ 2x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T = 1/80 phút, 80 nhịp/phút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1.35: HUYẾT ÁP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160π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phút ⇒ 80 nhịp/phút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Tâm thu 140; tâm trương 90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T=\frac{2\pi}{160\pi}=\frac{1}{80}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phút ⇒ 80 nhịp/phút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Tâm thu 140; tâm trương 90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Chỉ số 140/90: cao hơn 120/80</a:t>
            </a:r>
          </a:p>
        </p:txBody>
      </p:sp>
      <p:pic>
        <p:nvPicPr>
          <p:cNvPr id="9" name="Picture 8" descr="huyet_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528" y="3877056"/>
            <a:ext cx="4184463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1.36: KHÚC XẠ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 i = 50°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≈0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576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\frac{\sin\ i}{\sin\ r}=\frac{n_2}{n_1}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 i = 50°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r=\frac{\sin\ 50^\circ}{1{,}33}\approx 0{,}576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Góc khúc xạ r ≈ 35°10′</a:t>
            </a:r>
          </a:p>
        </p:txBody>
      </p:sp>
      <p:pic>
        <p:nvPicPr>
          <p:cNvPr id="9" name="Picture 8" descr="h1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9154"/>
            <a:ext cx="4389120" cy="46769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NHÀ: NHỊP SỐNG HÌNH sin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nhịp tim 3 thành viên nhóm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Lúc nghỉ và sau vận động nhẹ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p(t) = a + b·sin(ωt)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Vẽ đồ thị Desmos, so sánh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3–5 slide, Nhật ký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huong1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trangtu66.github.io/Taode_thi_online/cc_chuong1_t11.html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