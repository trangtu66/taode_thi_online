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76" r:id="rId27"/>
    <p:sldId id="261" r:id="rId12"/>
    <p:sldId id="275" r:id="rId26"/>
    <p:sldId id="262" r:id="rId13"/>
    <p:sldId id="263" r:id="rId14"/>
    <p:sldId id="274" r:id="rId25"/>
    <p:sldId id="264" r:id="rId15"/>
    <p:sldId id="265" r:id="rId16"/>
    <p:sldId id="273" r:id="rId24"/>
    <p:sldId id="266" r:id="rId17"/>
    <p:sldId id="272" r:id="rId23"/>
    <p:sldId id="267" r:id="rId18"/>
    <p:sldId id="271" r:id="rId22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7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5.xml"/><Relationship Id="rId18" Type="http://schemas.openxmlformats.org/officeDocument/2006/relationships/slide" Target="slides/slide17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18.xml"/><Relationship Id="rId23" Type="http://schemas.openxmlformats.org/officeDocument/2006/relationships/slide" Target="slides/slide16.xml"/><Relationship Id="rId24" Type="http://schemas.openxmlformats.org/officeDocument/2006/relationships/slide" Target="slides/slide14.xml"/><Relationship Id="rId25" Type="http://schemas.openxmlformats.org/officeDocument/2006/relationships/slide" Target="slides/slide11.xml"/><Relationship Id="rId26" Type="http://schemas.openxmlformats.org/officeDocument/2006/relationships/slide" Target="slides/slide8.xml"/><Relationship Id="rId27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hyperlink" Target="https://trangtu66.github.io/Taode_thi_online/cc_bai3_t12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40AF"/>
                </a:solidFill>
                <a:latin typeface="Arial"/>
              </a:rPr>
              <a:t>BÀI 3. ĐƯỜNG TIỆM CẬN CỦA ĐỒ THỊ HÀM SỐ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E293B"/>
                </a:solidFill>
                <a:latin typeface="Calibri"/>
              </a:rPr>
              <a:t>Chương I. Ứng dụng đạo hàm để khảo sát và vẽ đồ thị của hàm số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4251960"/>
            <a:ext cx="2286000" cy="300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5262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Môn Toán – Lớp 12 (Kết nối tri thức với cuộc sống)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Tiết 10 – 13 theo PPCT (T10 – T13) · Năm học 2026 – 2027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GV soạn: TTT – Trường THPT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3. Đường tiệm cận của đồ thị hàm số         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456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Nhận biết tiệm cận ngang, đứng, xiên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Tìm tiệm cận bằng giới hạn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Tìm tiệm cận xiên của phân thức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Giải thích ý nghĩa thực tiễn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KHỞI ĐỘNG: CHẤT PHÓNG XẠ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3. Đường tiệm cận của đồ thị hàm số          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m(t)=15</m:t>
                    </m:r>
                    <m:sSup>
                      <m:e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−0</m:t>
                        </m:r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012t</m:t>
                        </m:r>
                      </m:sup>
                    </m:sSup>
                  </m:oMath>
                </a14:m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(gam)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Khối lượng thay đổi ra sao?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Khi t rất lớn thì sao?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 </a:t>
                </a:r>
                <a:r>
                  <a:rPr lang="vi-VN"/>
                  <a:t>m(t)=15e^{−0{,}012t}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(gam)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Khối lượng thay đổi ra sao?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Khi t rất lớn thì sao?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346704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Đồ thị tiến sát một đường thẳng</a:t>
            </a:r>
          </a:p>
        </p:txBody>
      </p:sp>
      <p:pic>
        <p:nvPicPr>
          <p:cNvPr id="9" name="Picture 8" descr="rId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662588"/>
            <a:ext cx="4389120" cy="23100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1. TIỆM CẬN NGANG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3. Đường tiệm cận của đồ thị hàm số          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40817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HĐ1: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MH=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→0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khi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x→+∞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Đường thẳng y = y</a:t>
                </a:r>
                <a:r>
                  <a:rPr sz="2400" baseline="-25000">
                    <a:solidFill>
                      <a:srgbClr val="1E293B"/>
                    </a:solidFill>
                    <a:latin typeface="Calibri"/>
                  </a:rPr>
                  <a:t>0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tiệm cận ngang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40817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HĐ1: </a:t>
                </a:r>
                <a:r>
                  <a:rPr lang="vi-VN"/>
                  <a:t>MH=\frac{1}{x}\to 0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khi </a:t>
                </a:r>
                <a:r>
                  <a:rPr lang="vi-VN"/>
                  <a:t>x\to+\infty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Đường thẳng y = y</a:t>
                </a:r>
                <a:r>
                  <a:rPr sz="2400" baseline="-25000">
                    <a:solidFill>
                      <a:srgbClr val="1E293B"/>
                    </a:solidFill>
                    <a:latin typeface="Calibri"/>
                  </a:rPr>
                  <a:t>0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tiệm cận ngang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054096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3054096"/>
                <a:ext cx="8321040" cy="6858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limLow>
                      <m:e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x→+∞</m:t>
                        </m:r>
                      </m:lim>
                    </m:limLow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f(x)=</m:t>
                    </m:r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hoặc </a:t>
                </a:r>
                <a14:m>
                  <m:oMath xmlns:m="http://schemas.openxmlformats.org/officeDocument/2006/math">
                    <m:limLow>
                      <m:e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x→−∞</m:t>
                        </m:r>
                      </m:lim>
                    </m:limLow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f(x)=</m:t>
                    </m:r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3054096"/>
                <a:ext cx="8321040" cy="6858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\underset{x\to+\infty}{\mathrm{lim}}f(x)=y_0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hoặc </a:t>
                </a:r>
                <a:r>
                  <a:rPr lang="vi-VN"/>
                  <a:t>\underset{x\to−\infty}{\mathrm{lim}}f(x)=y_0</a:t>
                </a:r>
              </a:p>
            </p:txBody>
          </p:sp>
        </mc:Fallback>
      </mc:AlternateContent>
      <p:pic>
        <p:nvPicPr>
          <p:cNvPr id="9" name="Picture 8" descr="rId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9277" y="3877056"/>
            <a:ext cx="6102966" cy="23408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1 – VÍ DỤ 2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3. Đường tiệm cận của đồ thị hàm số          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3657600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Tìm tiệm cận ngang: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3x−2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x+1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sSup>
                              <m:e>
                                <m:r>
                                  <a:rPr lang="vi-VN" sz="24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</m:e>
                              <m:sup>
                                <m:r>
                                  <a:rPr lang="vi-VN" sz="24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rad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Luyện tập 1: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2x−1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x−1</m:t>
                        </m:r>
                      </m:den>
                    </m:f>
                  </m:oMath>
                </a14:m>
              </a:p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Tính giới hạn khi x → ±∞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3657600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Tìm tiệm cận ngang: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y=\frac{3x−2}{x+1}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</a:t>
                </a:r>
                <a:r>
                  <a:rPr lang="vi-VN"/>
                  <a:t>y=\frac{\sqrt{x^2+1}}{x}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Luyện tập 1: </a:t>
                </a:r>
                <a:r>
                  <a:rPr lang="vi-VN"/>
                  <a:t>y=\frac{2x−1}{x−1}</a:t>
                </a:r>
              </a:p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Tính giới hạn khi x → ±∞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1 – VÍ DỤ 2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3. Đường tiệm cận của đồ thị hàm số          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252374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3x−2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x+1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TCN y = 3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sSup>
                              <m:e>
                                <m:r>
                                  <a:rPr lang="vi-VN" sz="24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</m:e>
                              <m:sup>
                                <m:r>
                                  <a:rPr lang="vi-VN" sz="24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rad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hai TCN y = 1, y = −1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Luyện tập 1: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2x−1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x−1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TCN y = 2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252374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y=\frac{3x−2}{x+1}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TCN y = 3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y=\frac{\sqrt{x^2+1}}{x}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hai TCN y = 1, y = −1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Luyện tập 1: </a:t>
                </a:r>
                <a:r>
                  <a:rPr lang="vi-VN"/>
                  <a:t>y=\frac{2x−1}{x−1}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TCN y = 2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4169663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169663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Chia tử, mẫu cho x, lấy giới hạn</a:t>
            </a:r>
          </a:p>
        </p:txBody>
      </p:sp>
      <p:pic>
        <p:nvPicPr>
          <p:cNvPr id="9" name="Picture 8" descr="rId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8340" y="1463040"/>
            <a:ext cx="4285720" cy="470916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GIẢI BÀI TOÁN MỞ ĐẦU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3. Đường tiệm cận của đồ thị hàm số          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m(t)=15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−0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012t</m:t>
                        </m:r>
                      </m:sup>
                    </m:sSup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(gam)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Khi t rất lớn, m(t) thế nào?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Tìm tiệm cận ngang của đồ thị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m(t)=15e^{−0{,}012t}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(gam)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Khi t rất lớn, m(t) thế nào?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Tìm tiệm cận ngang của đồ thị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GIẢI BÀI TOÁN MỞ ĐẦU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3. Đường tiệm cận của đồ thị hàm số          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limLow>
                      <m:e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t→+∞</m:t>
                        </m:r>
                      </m:lim>
                    </m:limLow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m(t)=0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Khối lượng giảm dần về 0, luôn dương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\underset{t\to+\infty}{\mathrm{lim}}m(t)=0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Khối lượng giảm dần về 0, luôn dương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2779776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79776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TCN: trục Ot (y = 0)</a:t>
            </a:r>
          </a:p>
        </p:txBody>
      </p:sp>
      <p:pic>
        <p:nvPicPr>
          <p:cNvPr id="9" name="Picture 8" descr="rId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662588"/>
            <a:ext cx="4389120" cy="2310063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2. TIỆM CẬN ĐỨNG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3. Đường tiệm cận của đồ thị hàm số          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252374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HĐ2: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x−1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→+∞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khi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x→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Ví dụ 3: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3−x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x+2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TCĐ x = −2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Ví dụ 4: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+2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TCĐ x = 0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252374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HĐ2: </a:t>
                </a:r>
                <a:r>
                  <a:rPr lang="vi-VN"/>
                  <a:t>\frac{x}{x−1}\to+\infty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khi </a:t>
                </a:r>
                <a:r>
                  <a:rPr lang="vi-VN"/>
                  <a:t>x\to 1^+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Ví dụ 3: </a:t>
                </a:r>
                <a:r>
                  <a:rPr lang="vi-VN"/>
                  <a:t>y=\frac{3−x}{x+2}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TCĐ x = −2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Ví dụ 4: </a:t>
                </a:r>
                <a:r>
                  <a:rPr lang="vi-VN"/>
                  <a:t>y=\frac{x^2+2}{x}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TCĐ x = 0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4169663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4169663"/>
                <a:ext cx="6035040" cy="6858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limLow>
                      <m:e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x→</m:t>
                        </m:r>
                        <m:sSubSup>
                          <m:e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</m:lim>
                    </m:limLow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f(x)=±∞</m:t>
                    </m:r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hoặc </a:t>
                </a:r>
                <a14:m>
                  <m:oMath xmlns:m="http://schemas.openxmlformats.org/officeDocument/2006/math">
                    <m:limLow>
                      <m:e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x→</m:t>
                        </m:r>
                        <m:sSubSup>
                          <m:e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bSup>
                      </m:lim>
                    </m:limLow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f(x)=±∞</m:t>
                    </m:r>
                  </m:oMath>
                </a14:m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4169663"/>
                <a:ext cx="6035040" cy="6858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\underset{x\to x_0^+}{\mathrm{lim}}f(x)=\pm\infty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hoặc </a:t>
                </a:r>
                <a:r>
                  <a:rPr lang="vi-VN"/>
                  <a:t>\underset{x\to x_0^−}{\mathrm{lim}}f(x)=\pm\infty</a:t>
                </a:r>
              </a:p>
            </p:txBody>
          </p:sp>
        </mc:Fallback>
      </mc:AlternateContent>
      <p:pic>
        <p:nvPicPr>
          <p:cNvPr id="9" name="Picture 8" descr="rId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974570"/>
            <a:ext cx="4389120" cy="36861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DỤNG: LOẠI BỎ TẢO ĐỘC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3. Đường tiệm cận của đồ thị hàm số          10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54203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Chi phí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C(p)=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45p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100−p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(triệu đồng)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0≤p&lt;100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(% tảo loại bỏ)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Tìm tiệm cận đứng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Có loại bỏ được 100% tảo?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54203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Chi phí </a:t>
                </a:r>
                <a:r>
                  <a:rPr lang="vi-VN"/>
                  <a:t>C(p)=\frac{45p}{100−p}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(triệu đồng)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0\le p&lt;100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(% tảo loại bỏ)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Tìm tiệm cận đứng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Có loại bỏ được 100% tảo?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DỤNG: LOẠI BỎ TẢO ĐỘC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3. Đường tiệm cận của đồ thị hàm số          11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40817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C(p)=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45p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100−p</m:t>
                        </m:r>
                      </m:den>
                    </m:f>
                  </m:oMath>
                </a14:m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(triệu đồng),  0 ≤ p &lt; 100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limLow>
                      <m:e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p→</m:t>
                        </m:r>
                        <m:s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100</m:t>
                            </m:r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lim>
                    </m:limLow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C(p)=+∞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TCĐ p = 100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40817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 </a:t>
                </a:r>
                <a:r>
                  <a:rPr lang="vi-VN"/>
                  <a:t>C(p)=\frac{45p}{100−p}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(triệu đồng),  0 ≤ p &lt; 100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\underset{p\to 100^−}{\mathrm{lim}}C(p)=+\infty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TCĐ p = 100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054096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054096"/>
            <a:ext cx="8321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Không thể loại bỏ hoàn toàn tảo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Càng gần 100%, chi phí càng lớn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3. TIỆM CẬN XIÊN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3. Đường tiệm cận của đồ thị hàm số          12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682495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HĐ3: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f(x)−(x−1)=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x+1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→0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Ví dụ 5: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y=x+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x+2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TCX y = x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682495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HĐ3: </a:t>
                </a:r>
                <a:r>
                  <a:rPr lang="vi-VN"/>
                  <a:t>f(x)−(x−1)=\frac{2}{x+1}\to 0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Ví dụ 5: </a:t>
                </a:r>
                <a:r>
                  <a:rPr lang="vi-VN"/>
                  <a:t>y=x+\frac{1}{x+2}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TCX y = x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328415"/>
            <a:ext cx="6400800" cy="14173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3328415"/>
                <a:ext cx="6035040" cy="14173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limLow>
                      <m:e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x→±∞</m:t>
                        </m:r>
                      </m:lim>
                    </m:limLow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[f(x)−(ax+b)]=0</m:t>
                    </m:r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,  a ≠ 0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a=lim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f(x)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den>
                    </m:f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;  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b=lim[f(x)−ax]</m:t>
                    </m:r>
                  </m:oMath>
                </a14:m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3328415"/>
                <a:ext cx="6035040" cy="14173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\underset{x\to\pm\infty}{\mathrm{lim}}[f(x)−(ax+b)]=0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,  a ≠ 0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a=\lim\frac{f(x)}{x}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;   </a:t>
                </a:r>
                <a:r>
                  <a:rPr lang="vi-VN"/>
                  <a:t>b=\lim[f(x)−ax]</a:t>
                </a:r>
              </a:p>
            </p:txBody>
          </p:sp>
        </mc:Fallback>
      </mc:AlternateContent>
      <p:pic>
        <p:nvPicPr>
          <p:cNvPr id="9" name="Picture 8" descr="rId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6773" y="1463040"/>
            <a:ext cx="3888854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6: CHIA ĐA THỨC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3. Đường tiệm cận của đồ thị hàm số          13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Tìm tiệm cận xiên của đồ thị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−x+2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x+1</m:t>
                        </m:r>
                      </m:den>
                    </m:f>
                  </m:oMath>
                </a14:m>
              </a:p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Chia tử cho mẫu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Tìm tiệm cận xiên của đồ thị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y=\frac{x^2−x+2}{x+1}</a:t>
                </a:r>
              </a:p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Chia tử cho mẫu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6: CHIA ĐA THỨC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3. Đường tiệm cận của đồ thị hàm số          14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40817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−x+2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x+1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=x−2+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x+1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lim[f(x)−(x−2)]=0</m:t>
                    </m:r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40817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y=\frac{x^2−x+2}{x+1}=x−2+\frac{4}{x+1}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\lim[f(x)−(x−2)]=0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054096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054096"/>
            <a:ext cx="8321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TCX: y = x − 2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Mẹo: chia đa thức lấy phần nguyên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 1.18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3. Đường tiệm cận của đồ thị hàm số          15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24942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Tìm các đường tiệm cận: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3−x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2x+1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+x−1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x+2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24942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Tìm các đường tiệm cận: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y=\frac{3−x}{2x+1}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</a:t>
                </a:r>
                <a:r>
                  <a:rPr lang="vi-VN"/>
                  <a:t>y=\frac{2x^2+x−1}{x+2}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 1.18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3. Đường tiệm cận của đồ thị hàm số          16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24942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3−x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2x+1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TCN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, TCĐ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+x−1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x+2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=2x−3+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x+2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⇒ TCĐ x = −2,  TCX y = 2x − 3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24942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y=\frac{3−x}{2x+1}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TCN </a:t>
                </a:r>
                <a:r>
                  <a:rPr lang="vi-VN"/>
                  <a:t>y=−\frac{1}{2}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, TCĐ </a:t>
                </a:r>
                <a:r>
                  <a:rPr lang="vi-VN"/>
                  <a:t>x=−\frac{1}{2}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y=\frac{2x^2+x−1}{x+2}=2x−3+\frac{5}{x+2}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⇒ TCĐ x = −2,  TCX y = 2x − 3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3. Đường tiệm cận của đồ thị hàm số          17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24942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AI: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x−1</m:t>
                        </m:r>
                      </m:num>
                      <m:den>
                        <m:s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có TCĐ x = ±1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AI: TCX của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+x−1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x+2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là y = 2x + 5</a:t>
                </a:r>
              </a:p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Tìm bước sai, giải thích, sửa lại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24942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AI: </a:t>
                </a:r>
                <a:r>
                  <a:rPr lang="vi-VN"/>
                  <a:t>y=\frac{x−1}{x^2−1}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có TCĐ x = ±1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AI: TCX của </a:t>
                </a:r>
                <a:r>
                  <a:rPr lang="vi-VN"/>
                  <a:t>\frac{2x^2+x−1}{x+2}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là y = 2x + 5</a:t>
                </a:r>
              </a:p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Tìm bước sai, giải thích, sửa lại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3. Đường tiệm cận của đồ thị hàm số          18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24942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Tìm lỗi trong lời giải AI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AI: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x−1</m:t>
                        </m:r>
                      </m:num>
                      <m:den>
                        <m:s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có TCĐ x = 1 và x = −1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AI: TCX của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+x−1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x+2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là y = 2x + 5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24942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Tìm lỗi trong lời giải AI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AI: </a:t>
                </a:r>
                <a:r>
                  <a:rPr lang="vi-VN"/>
                  <a:t>y=\frac{x−1}{x^2−1}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có TCĐ x = 1 và x = −1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AI: TCX của </a:t>
                </a:r>
                <a:r>
                  <a:rPr lang="vi-VN"/>
                  <a:t>\frac{2x^2+x−1}{x+2}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là y = 2x + 5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895344"/>
            <a:ext cx="8686800" cy="14173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3895344"/>
                <a:ext cx="8321040" cy="14173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limLow>
                      <m:e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x→1</m:t>
                        </m:r>
                      </m:lim>
                    </m:limLow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⇒ x = 1 không là TCĐ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Tính lại b = −3:  TCX y = 2x − 3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3895344"/>
                <a:ext cx="8321040" cy="14173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\underset{x\to 1}{\mathrm{lim}}y=\frac{1}{2}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⇒ x = 1 không là TCĐ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Tính lại b = −3:  TCX y = 2x − 3</a:t>
                </a:r>
              </a:p>
            </p:txBody>
          </p:sp>
        </mc:Fallback>
      </mc:AlternateContent>
      <p:sp>
        <p:nvSpPr>
          <p:cNvPr id="9" name="Rounded Rectangle 8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NHIỆM VỤ NHÓM: LÒ SẤY CÀ PHÊ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3. Đường tiệm cận của đồ thị hàm số          19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336956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Chi phí cố định 120 triệu đồng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Sấy mỗi tấn: 1,5 triệu đồng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f(x)=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5x+120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den>
                    </m:f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: tìm TCN, TCĐ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Thu số liệu cơ sở địa phương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Kiểm chứng bằng lệnh Asymptote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Nộp kèm Nhật ký sử dụng AI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336956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Chi phí cố định 120 triệu đồng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Sấy mỗi tấn: 1,5 triệu đồng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f(x)=\frac{1{,}5x+120}{x}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: tìm TCN, TCĐ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Thu số liệu cơ sở địa phương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Kiểm chứng bằng lệnh Asymptote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Nộp kèm Nhật ký sử dụng AI</a:t>
                </a: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SƠ ĐỒ TƯ DUY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3. Đường tiệm cận của đồ thị hàm số          20</a:t>
            </a:r>
          </a:p>
        </p:txBody>
      </p:sp>
      <p:cxnSp>
        <p:nvCxnSpPr>
          <p:cNvPr id="6" name="Connector 5"/>
          <p:cNvCxnSpPr/>
          <p:nvPr/>
        </p:nvCxnSpPr>
        <p:spPr>
          <a:xfrm flipH="1" flipV="1">
            <a:off x="4338888" y="2670962"/>
            <a:ext cx="1688379" cy="1283818"/>
          </a:xfrm>
          <a:prstGeom prst="line">
            <a:avLst/>
          </a:prstGeom>
          <a:ln w="44450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 flipV="1">
            <a:off x="2464295" y="2043450"/>
            <a:ext cx="1874593" cy="627512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148346" y="1767138"/>
            <a:ext cx="1315949" cy="552622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lim f(x) = b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(x→±∞) → y=b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2721851" y="2670962"/>
            <a:ext cx="1617037" cy="0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90790" y="2394651"/>
            <a:ext cx="1831061" cy="552622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Phân thức bậc bằng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nhau: y = a/c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2936481" y="2670962"/>
            <a:ext cx="1402407" cy="627512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76160" y="3022163"/>
            <a:ext cx="2260321" cy="552622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Ví dụ: y=(2x+1)/(x−3) →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y=2</a:t>
            </a:r>
          </a:p>
        </p:txBody>
      </p:sp>
      <p:sp>
        <p:nvSpPr>
          <p:cNvPr id="13" name="Oval 12"/>
          <p:cNvSpPr/>
          <p:nvPr/>
        </p:nvSpPr>
        <p:spPr>
          <a:xfrm>
            <a:off x="3225238" y="2427575"/>
            <a:ext cx="2227301" cy="486773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Tiệm cận ngang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6027267" y="2670962"/>
            <a:ext cx="1688379" cy="1283818"/>
          </a:xfrm>
          <a:prstGeom prst="line">
            <a:avLst/>
          </a:prstGeom>
          <a:ln w="44450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7715646" y="2043450"/>
            <a:ext cx="1831667" cy="627512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547313" y="1767138"/>
            <a:ext cx="1401801" cy="552622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lim f(x) = ±∞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(x→x₀) → x=x₀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715646" y="2670962"/>
            <a:ext cx="1788741" cy="0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504387" y="2394651"/>
            <a:ext cx="1487653" cy="552622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Điểm làm mẫu =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0, tử ≠ 0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15646" y="2670962"/>
            <a:ext cx="1617037" cy="627512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332683" y="3022163"/>
            <a:ext cx="1831061" cy="552622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Ví dụ: y=1/(x−2) →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x=2</a:t>
            </a:r>
          </a:p>
        </p:txBody>
      </p:sp>
      <p:sp>
        <p:nvSpPr>
          <p:cNvPr id="21" name="Oval 20"/>
          <p:cNvSpPr/>
          <p:nvPr/>
        </p:nvSpPr>
        <p:spPr>
          <a:xfrm>
            <a:off x="6671337" y="2427575"/>
            <a:ext cx="2088617" cy="486773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Tiệm cận đứng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4338888" y="3954780"/>
            <a:ext cx="1688379" cy="1283817"/>
          </a:xfrm>
          <a:prstGeom prst="line">
            <a:avLst/>
          </a:prstGeom>
          <a:ln w="4445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2550147" y="4711796"/>
            <a:ext cx="1788741" cy="526801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062494" y="4435485"/>
            <a:ext cx="1487653" cy="552622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f(x)/(x) → k ≠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0 khi x→±∞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2635999" y="5238597"/>
            <a:ext cx="1702889" cy="0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76642" y="5062997"/>
            <a:ext cx="1659357" cy="351200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b = lim[f(x)−kx]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2635999" y="5238597"/>
            <a:ext cx="1702889" cy="526801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76642" y="5489087"/>
            <a:ext cx="1659357" cy="552622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Chia đa thức tìm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dạng xiên</a:t>
            </a:r>
          </a:p>
        </p:txBody>
      </p:sp>
      <p:sp>
        <p:nvSpPr>
          <p:cNvPr id="29" name="Oval 28"/>
          <p:cNvSpPr/>
          <p:nvPr/>
        </p:nvSpPr>
        <p:spPr>
          <a:xfrm>
            <a:off x="3294580" y="4995210"/>
            <a:ext cx="2088617" cy="486773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Tiệm cận xiên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027267" y="3954780"/>
            <a:ext cx="1688379" cy="1283817"/>
          </a:xfrm>
          <a:prstGeom prst="line">
            <a:avLst/>
          </a:prstGeom>
          <a:ln w="4445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7715646" y="4924841"/>
            <a:ext cx="1702889" cy="313756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418535" y="4648530"/>
            <a:ext cx="1659357" cy="552622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Đếm tiệm cận, vẽ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đồ thị đủ TC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715646" y="5238597"/>
            <a:ext cx="1531185" cy="313756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246831" y="5276042"/>
            <a:ext cx="2002765" cy="552622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Tìm m để đồ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thị có TC đứng/ngang</a:t>
            </a:r>
          </a:p>
        </p:txBody>
      </p:sp>
      <p:sp>
        <p:nvSpPr>
          <p:cNvPr id="35" name="Oval 34"/>
          <p:cNvSpPr/>
          <p:nvPr/>
        </p:nvSpPr>
        <p:spPr>
          <a:xfrm>
            <a:off x="6810021" y="4826713"/>
            <a:ext cx="1811249" cy="823767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Số tiệm cận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&amp; bài tập</a:t>
            </a:r>
          </a:p>
        </p:txBody>
      </p:sp>
      <p:sp>
        <p:nvSpPr>
          <p:cNvPr id="36" name="Oval 35"/>
          <p:cNvSpPr/>
          <p:nvPr/>
        </p:nvSpPr>
        <p:spPr>
          <a:xfrm>
            <a:off x="4784178" y="3682342"/>
            <a:ext cx="2486178" cy="544875"/>
          </a:xfrm>
          <a:prstGeom prst="ellipse">
            <a:avLst/>
          </a:prstGeom>
          <a:solidFill>
            <a:srgbClr val="002060"/>
          </a:solidFill>
          <a:ln w="25400">
            <a:solidFill>
              <a:srgbClr val="000B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ĐƯỜNG TIỆM CẬN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3. Đường tiệm cận của đồ thị hàm số          21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4572000" cy="457200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QR_CungCo_Bai3_Toan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691640"/>
            <a:ext cx="41148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720" y="1554480"/>
            <a:ext cx="60350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Quét mã QR bằng điện thoại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Nhập họ tên và lớp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7 câu – làm trong 7 phút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Nộp bài, xem lời giải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4754880"/>
            <a:ext cx="6035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1E40AF"/>
                </a:solidFill>
                <a:latin typeface="Calibri"/>
                <a:hlinkClick r:id="rId3"/>
              </a:rPr>
              <a:t>trangtu66.github.io/Taode_thi_online/cc_bai3_t12.html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TTT</dc:creator>
  <cp:keywords/>
  <dc:description>generated using python-pptx</dc:description>
  <cp:lastModifiedBy>TTT</cp:lastModifiedBy>
  <cp:revision>1</cp:revision>
  <dcterms:created xsi:type="dcterms:W3CDTF">2013-01-27T09:14:16Z</dcterms:created>
  <dcterms:modified xsi:type="dcterms:W3CDTF">2013-01-27T09:15:58Z</dcterms:modified>
  <cp:category/>
</cp:coreProperties>
</file>