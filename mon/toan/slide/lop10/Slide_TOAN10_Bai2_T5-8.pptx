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1" r:id="rId32"/>
    <p:sldId id="261" r:id="rId12"/>
    <p:sldId id="262" r:id="rId13"/>
    <p:sldId id="280" r:id="rId31"/>
    <p:sldId id="263" r:id="rId14"/>
    <p:sldId id="264" r:id="rId15"/>
    <p:sldId id="265" r:id="rId16"/>
    <p:sldId id="266" r:id="rId17"/>
    <p:sldId id="279" r:id="rId30"/>
    <p:sldId id="267" r:id="rId18"/>
    <p:sldId id="268" r:id="rId19"/>
    <p:sldId id="269" r:id="rId20"/>
    <p:sldId id="278" r:id="rId29"/>
    <p:sldId id="270" r:id="rId21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3.xml"/><Relationship Id="rId28" Type="http://schemas.openxmlformats.org/officeDocument/2006/relationships/slide" Target="slides/slide21.xml"/><Relationship Id="rId29" Type="http://schemas.openxmlformats.org/officeDocument/2006/relationships/slide" Target="slides/slide18.xml"/><Relationship Id="rId30" Type="http://schemas.openxmlformats.org/officeDocument/2006/relationships/slide" Target="slides/slide14.xml"/><Relationship Id="rId31" Type="http://schemas.openxmlformats.org/officeDocument/2006/relationships/slide" Target="slides/slide9.xml"/><Relationship Id="rId3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TẬP HỢP VÀ CÁC PHÉP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8 theo PPCT (T5, T6, T7, T8)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Mô tả tập hợp theo hai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tập con, tập rỗng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quan hệ ℕ ⊂ ℤ ⊂ ℚ ⊂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Viết, biểu diễn khoảng,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giao, hợp, hiệu, phần bù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biểu đồ Ven giải toán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AI VẮNG MẶT?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Họp trực tuyến hai chuyên đề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Bao nhiêu bạn vắng cả hai?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14" y="3602736"/>
            <a:ext cx="5253892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1: liệt kê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2: nêu tính chất đặc trưng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∈ S: a thuộc S;  a ∉ S: a không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n(S): số phần tử của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rỗng ∅: không có phần tử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Liệt kê các phần tử của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Tính n(D)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Điền ∈, ∉: 17, 5, 12, 18 …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{7; 11; 13; 17; 19}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n(D) =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17 ∈ D;   5 ∉ D;   12 ∉ D;   18 ∉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TẬP CON –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phần tử của T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ước: ∅ ⊂ S với mọi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đồ Ven: đường cong kín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 ⇔ ∀x, x ∈ T ⇒ x ∈ S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50" y="1463040"/>
            <a:ext cx="31363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Cho S = {2; 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S₁ = {3};  S₂ = {0; 2};  S₃ = {3; 5}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Tập nào là tập con của S?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Mọi phần tử có thuộc 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 = {3} ⊂ S;   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3</a:t>
            </a:r>
            <a:r>
              <a:rPr sz="2400">
                <a:solidFill>
                  <a:srgbClr val="1E293B"/>
                </a:solidFill>
                <a:latin typeface="Calibri"/>
              </a:rPr>
              <a:t> = {3; 5} ⊂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400">
                <a:solidFill>
                  <a:srgbClr val="1E293B"/>
                </a:solidFill>
                <a:latin typeface="Calibri"/>
              </a:rPr>
              <a:t> = {0; 2} ⊄ S vì 0 ∉ S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6" y="2779776"/>
            <a:ext cx="10030368" cy="34381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TẬP HỢP BẰNG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Hai tập có cùng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C: bội chung của 2 và 3,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bội của 6,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D = {0; 6; 12; 18; 24}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⊂ T và T ⊂ S  ⇒  S = 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TẬP HỢP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ℕ: số tự nhiên;  ℤ: số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ℚ: số viết được dạng a/b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ℝ: gồm số hữu tỉ và vô tỉ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√2 ∈ ℝ nhưng √2 ∉ 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ℕ ⊂ ℤ ⊂ ℚ ⊂ ℝ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70380"/>
            <a:ext cx="438912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TẬP CON THƯỜNG DÙNG CỦA 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12</a:t>
            </a:r>
          </a:p>
        </p:txBody>
      </p:sp>
      <p:pic>
        <p:nvPicPr>
          <p:cNvPr id="6" name="Picture 5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49" y="1417320"/>
            <a:ext cx="443782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( ): không lấy đầu mút;   [ ]: lấy đầu mút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dạng khoảng, đoạn; biểu diễn trục số: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 = [2;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 = (−∞;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bị gạch là phần bỏ đi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47875"/>
            <a:ext cx="10698480" cy="25249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GIAO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cả S và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{4; 7; 27} ∩ {2; 4; 9; 27; 36} = {4; 27}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[1; +∞) ∩ (−∞; 3] = [1;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56536"/>
            <a:ext cx="4389120" cy="2922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HỢP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S hoặc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{2; 3; 4; 7} ∪ {−1; 2; 3; 4;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{−1; 2; 3; 4; 6;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(−1; 2] ∪ [0; 3] = (−1;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44641"/>
            <a:ext cx="4389120" cy="29459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17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vắng cả hai?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A: 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B: 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Vắng cả hai: 12 − 10 = 2 bạn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VÀ PHẦN BÙ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 \ T: thuộc S nhưng không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(−∞; −2) = [−2;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[−5; +∞) = (−∞; −5)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893" y="1463040"/>
            <a:ext cx="35206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thi ít nhất một môn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bạn thi cả hai môn?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Vẽ biểu đồ 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24 = 16 + 11 − x  ⇒ 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∪ B) = n(A) + n(B) − n(A ∩ B)</a:t>
            </a:r>
          </a:p>
        </p:txBody>
      </p:sp>
      <p:pic>
        <p:nvPicPr>
          <p:cNvPr id="9" name="Picture 8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64" y="4169664"/>
            <a:ext cx="7007191" cy="20482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Đối chiếu câu trả lời của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Nhầm ∈ với ⊂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đầu mút khi lấy giao,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Đếm trùng khi tính n(A ∪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trục số, 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VỀ NHÀ: LỚP MÌNH QUA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Tạo Google Forms 2 câu Có/Không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thu họ tên,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Lọc, đếm bằng Google Sheets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biểu đồ Ven, thử công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trên Padlet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25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