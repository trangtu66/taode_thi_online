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62" r:id="rId13"/>
    <p:sldId id="263" r:id="rId14"/>
    <p:sldId id="278" r:id="rId29"/>
    <p:sldId id="264" r:id="rId15"/>
    <p:sldId id="277" r:id="rId28"/>
    <p:sldId id="265" r:id="rId16"/>
    <p:sldId id="276" r:id="rId27"/>
    <p:sldId id="266" r:id="rId17"/>
    <p:sldId id="275" r:id="rId26"/>
    <p:sldId id="267" r:id="rId18"/>
    <p:sldId id="268" r:id="rId19"/>
    <p:sldId id="274" r:id="rId25"/>
    <p:sldId id="269" r:id="rId20"/>
    <p:sldId id="273" r:id="rId24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1.xml"/><Relationship Id="rId25" Type="http://schemas.openxmlformats.org/officeDocument/2006/relationships/slide" Target="slides/slide19.xml"/><Relationship Id="rId26" Type="http://schemas.openxmlformats.org/officeDocument/2006/relationships/slide" Target="slides/slide16.xml"/><Relationship Id="rId27" Type="http://schemas.openxmlformats.org/officeDocument/2006/relationships/slide" Target="slides/slide14.xml"/><Relationship Id="rId28" Type="http://schemas.openxmlformats.org/officeDocument/2006/relationships/slide" Target="slides/slide12.xml"/><Relationship Id="rId29" Type="http://schemas.openxmlformats.org/officeDocument/2006/relationships/slide" Target="slides/slide10.xml"/><Relationship Id="rId30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rangtu66.github.io/Taode_thi_online/cc_bai3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II. 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11 theo PPCT (T10, T11)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cặp số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trên mặt phẳng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kể bờ, không kể bờ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 đơn giản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hình vẽ bằng GeoGebra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RẠP CHIẾU PHIM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thu tối thiểu 20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Bán thế nào thì rạp bù lỗ?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1614"/>
            <a:ext cx="4389120" cy="2912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 vé loại 1, y vé loại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lỗ: 50x + 100y ≥ 20 000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lỗ: 50x + 100y &lt; 20 000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ax + by ≤ c   (≥, &lt;, &gt;)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a, b không đồng thời bằng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BẤT PHƯƠNG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 có là nghiệm không?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 có là nghiệm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NGHIỆM CỦA BẤT PHƯƠNG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Ví dụ 2: x + 2y &gt;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(3; 4): 3 + 8 = 11 &gt; 5  →  là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(0; −1): −2 &lt; 5  → 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;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là nghiệm nếu ax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+ by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≤ c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Luôn có vô số nghiệm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ĐƯỜNG THẲNG CHIA ĐÔI MẶT PHẲNG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d: 2x − y =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O, A, B:  2x − y &lt; 4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C, D:  2x − y &gt;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Cùng nửa mặt phẳng ⇒ cùng dấu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1545"/>
            <a:ext cx="4389120" cy="4432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CÁC BƯỚC 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Lấy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không thuộc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Tính ax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by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, so sánh với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Thỏa mãn: giữ nửa chứa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≠ 0: chọn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 là gốc 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 = 0: chọn (1; 0) hoặc (0; 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+ y ≥ 100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Chọn điểm thử nào?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x + y ≥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x + y = 100,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Thử O(0; 0): 0 ≥ 100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Gạch bỏ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không chứa O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31158"/>
            <a:ext cx="4389120" cy="43729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5x − 7y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O có nằm trên d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Biểu diễn miền nghiệm: 5x − 7y ≤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0 nên O nằm trên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thử O; chọn M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5·0 − 7·1 = −7 &lt; 0: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nghiệm: nửa chứa M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19003"/>
            <a:ext cx="4389120" cy="39972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KỂ BỜ, KHÔNG KỂ BỜ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2: biểu diễn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2x + y &lt; 200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Bờ d: nét liền hay nét đứt?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KỂ BỜ, KHÔNG KỂ BỜ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Luyện tập 2: 2x + y &lt; 200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(100; 0) và (0; 200)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O: 0 &lt; 200 → giữ nửa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bỏ bờ, vẽ nét đứt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kể bờ, vẽ nét liền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1: 50 000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Vé loại 2: 100 000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Bù lỗ khi thu dưới 20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thế nào thì rạp bù lỗ?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Lập BPT, vẽ miền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50x + 100y &lt; 20 000 ⇔ x + 2y &lt; 400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đoạn AB: hòa vốn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(150; 150): có lãi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Trong tam giác, bỏ AB: bù lỗ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72868"/>
            <a:ext cx="4389120" cy="2889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BẰNG GEOGEBRA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trực tiếp: x + y &gt;= 100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GeoGebra tô màu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SGK gạch bỏ phần không là nghiệm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Vẽ tay trước, kiểm chứng sau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miền nghiệm x − 3y &gt; −3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Đối chiếu với hình vẽ tay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Kết luận ngược chiều bất đẳng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thử nằm trên bờ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phân biệt kể bờ, không kể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Hỏi AI: x − 3y &gt; −3, rồi kiểm chứng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CƯỚC ĐIỆN THOẠI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Lập bất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Biểu diễn miền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Gọi 100 phút nội, 40 phút ngoại?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CƯỚC ĐIỆN THOẠI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Nội mạng 1 nghìn, ngoại mạng 2 nghìn/phút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tiền dưới 200 nghìn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M(100; 40) → 180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+ 2y &lt; 200,  x ≥ 0,  y ≥ 0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41241"/>
            <a:ext cx="4389120" cy="37527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VỀ NHÀ: CHI TIÊU TRONG NGÂN SÁCH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tình huống ở gia đình,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mua phân bón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giá thực tế,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BPT, vẽ miền nghiệm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3 phương án mua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kèm Nhật ký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23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678925" y="2357206"/>
            <a:ext cx="1659963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3716" y="1980184"/>
            <a:ext cx="1745209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ax + by 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 (a,b không đồng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thời =0)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022333" y="2670962"/>
            <a:ext cx="1316555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0308" y="2809118"/>
            <a:ext cx="243202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Nghiệm (x₀;y₀): thay thỏa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mãn</a:t>
            </a:r>
          </a:p>
        </p:txBody>
      </p:sp>
      <p:sp>
        <p:nvSpPr>
          <p:cNvPr id="11" name="Oval 10"/>
          <p:cNvSpPr/>
          <p:nvPr/>
        </p:nvSpPr>
        <p:spPr>
          <a:xfrm>
            <a:off x="3363922" y="2259078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BPT bậc nhất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hai ẩn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15646" y="1942739"/>
            <a:ext cx="1531185" cy="72822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46831" y="1666427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thẳng d: ax+by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c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715646" y="2570251"/>
            <a:ext cx="1488259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03905" y="2293940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Chọn điểm thử (thường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531185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46831" y="2921452"/>
            <a:ext cx="2002765" cy="754044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Miền nghiệm: nửa mặt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phẳng bờ là đường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thẳng d</a:t>
            </a:r>
          </a:p>
        </p:txBody>
      </p:sp>
      <p:sp>
        <p:nvSpPr>
          <p:cNvPr id="19" name="Oval 18"/>
          <p:cNvSpPr/>
          <p:nvPr/>
        </p:nvSpPr>
        <p:spPr>
          <a:xfrm>
            <a:off x="6532653" y="2259078"/>
            <a:ext cx="236598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Miền nghiệm của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BPT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764777" y="4611085"/>
            <a:ext cx="1574111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7864" y="4334774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Miền nghiệm chung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giao các miền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635999" y="5238597"/>
            <a:ext cx="1702889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6642" y="4962286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Miền đa giác (có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thể vô hạn)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593073" y="5238597"/>
            <a:ext cx="1745815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9568" y="5589798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Đỉnh = giao các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biên</a:t>
            </a:r>
          </a:p>
        </p:txBody>
      </p:sp>
      <p:sp>
        <p:nvSpPr>
          <p:cNvPr id="27" name="Oval 26"/>
          <p:cNvSpPr/>
          <p:nvPr/>
        </p:nvSpPr>
        <p:spPr>
          <a:xfrm>
            <a:off x="3433264" y="4826713"/>
            <a:ext cx="1811249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Hệ BPT bậc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nhất hai ẩn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15646" y="4824130"/>
            <a:ext cx="1745815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61461" y="4547819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lập kế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hoạch SX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5646" y="5238597"/>
            <a:ext cx="1445333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60979" y="5175331"/>
            <a:ext cx="2174469" cy="754044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Tìm max/min tuyến tính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tại đỉnh của miền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đa giác</a:t>
            </a:r>
          </a:p>
        </p:txBody>
      </p:sp>
      <p:sp>
        <p:nvSpPr>
          <p:cNvPr id="33" name="Oval 32"/>
          <p:cNvSpPr/>
          <p:nvPr/>
        </p:nvSpPr>
        <p:spPr>
          <a:xfrm>
            <a:off x="6671337" y="4826713"/>
            <a:ext cx="2088617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 thực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tiễn</a:t>
            </a:r>
          </a:p>
        </p:txBody>
      </p:sp>
      <p:sp>
        <p:nvSpPr>
          <p:cNvPr id="34" name="Oval 33"/>
          <p:cNvSpPr/>
          <p:nvPr/>
        </p:nvSpPr>
        <p:spPr>
          <a:xfrm>
            <a:off x="4941353" y="3484793"/>
            <a:ext cx="21718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BPT BẬC NHẤT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HAI ẨN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3. Bất phương trình bậc nhất hai ẩn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