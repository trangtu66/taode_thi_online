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0" r:id="rId31"/>
    <p:sldId id="261" r:id="rId12"/>
    <p:sldId id="262" r:id="rId13"/>
    <p:sldId id="263" r:id="rId14"/>
    <p:sldId id="279" r:id="rId30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8" r:id="rId29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9.xml"/><Relationship Id="rId23" Type="http://schemas.openxmlformats.org/officeDocument/2006/relationships/slide" Target="slides/slide2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2.xml"/><Relationship Id="rId28" Type="http://schemas.openxmlformats.org/officeDocument/2006/relationships/slide" Target="slides/slide20.xml"/><Relationship Id="rId29" Type="http://schemas.openxmlformats.org/officeDocument/2006/relationships/slide" Target="slides/slide18.xml"/><Relationship Id="rId30" Type="http://schemas.openxmlformats.org/officeDocument/2006/relationships/slide" Target="slides/slide10.xml"/><Relationship Id="rId3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MỆNH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4 theo PPCT (T1, T2, T3, T4)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mệnh đề, xét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mệnh đề chứa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mệnh đề phủ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Mệnh đề kéo theo, đảo, tương đương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kí hiệu ∀, ∃ đúng cách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CÓ BAO NHIÊU CON VẬT?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hỏi: có bao nhiêu con vật?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An: “Có 5 con vật”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Khoa: “Có 6 con vật”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đúng? Câu hỏi có đúng/sai?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665" y="4169664"/>
            <a:ext cx="6916189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Khẳng định có tính đúng hoặc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hỏi không là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 mệnh đề: P, Q, R,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mệnh đề: hoặc đúng, hoặc sai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vừa đúng vừa sai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CÂU NÀO LÀ MỆNH ĐỀ?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nào là mệnh đề? Đúng hay sai?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3x² − 5x + 2 = 0 có nghiệm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 &lt; 7 − 3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mấy dấu hiệu đồng dạng?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Đấy là cách xử lí khôn ngoan!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Câu hỏi, câu cảm có đúng/sai?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CÂU NÀO LÀ MỆNH ĐỀ?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3x² − 5x + 2 = 0 có nghiệm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 &lt; 7 − 3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mấy dấu hiệu đồng dạng?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Đấy là cách xử lí khôn ngoan!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đề: a (đúng, x = 1), b (sai)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c, d không là mệnh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MỆNH ĐỀ CHỨA BIẾN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 chia hết cho 2” (n ∈ ℕ)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Chưa xét được đúng hay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5: mệnh đề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10: mệnh đề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Gọi là mệnh đề chứa biến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:r>
                  <a:rPr lang="vi-VN"/>
                  <a:t>P̅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98420"/>
            <a:ext cx="438912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mệnh đề phủ định, xét đúng sai: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“2022 chia hết cho 5”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“2x + 1 &gt; 0 có nghiệm”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Thêm hoặc bớt từ “không”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:r>
                  <a:rPr lang="vi-VN"/>
                  <a:t>Q̅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MỆNH ĐỀ KÉO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“Nếu P thì Q”: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tam giác ABC vuông tại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AB² + AC² = BC²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⇒ Q chỉ sai khi: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đúng và Q sai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99916"/>
            <a:ext cx="4389120" cy="3235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– ĐIỀU KIỆN CẦN, ĐỦ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Định lí thường có dạng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giả thiết;  Q: kết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tổng hai góc đối 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⇒ ABCD nội tiếp đường tròn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là điều kiện đủ để có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 là điều kiện cần để có P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66900"/>
            <a:ext cx="438912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MỆNH ĐỀ ĐẢO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Đảo của P ⇒ Q:  Q ⇒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đều ⇒ tam giác cân: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cân ⇒ tam giác đều: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Phản ví dụ: cân, góc đỉnh 40°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Đảo của mệnh đề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chưa chắc là mệnh đề đúng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MỆNH ĐỀ TƯƠNG ĐƯƠNG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 ⇔ Q đọc: P tương đương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khi và chỉ khi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⋮ 5 ⇔ tận cùng là 0,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⇔ Q đúng khi P ⇒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và Q ⇒ P đều đúng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6. KÍ HIỆU ∀ VÀ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∀: “với mọi”;   ∃: “tồn tại”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∀x ∈ ℝ, x² ≥ 0  –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∃x ∈ ℚ, x² = 2  –  sai</a:t>
            </a:r>
          </a:p>
        </p:txBody>
      </p:sp>
      <p:pic>
        <p:nvPicPr>
          <p:cNvPr id="7" name="Picture 6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38303"/>
            <a:ext cx="10698480" cy="24880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PHỦ ĐỊNH MỆNH ĐỀ CHỨA ∀,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“mọi” ↔ “có ít nhất một”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∃x ∈ ℝ, x² + 1 =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định: ∀x ∈ ℝ, x² + 1 ≠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nào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Trung Quốc đông dân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Bạn học trường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Không được làm việc riêng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Tôi sẽ sút trúng xà ngang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Trung Quốc đông dân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Bạn học trường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Không được làm việc riêng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Tôi sẽ sút trúng xà ngang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câu a) là mệnh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đúng sai: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π&gt;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3x + 7 = 0 có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Có số a mà a + a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d) 2022 là hợp số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đúng sai: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\pi&gt;\frac{10}{3}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3x + 7 = 0 có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Có số a mà a + a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d) 2022 là hợp số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Xét tính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π &gt; 10/3  → 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3x + 7 = 0 có nghiệm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∃ số a: a + a = 0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2022 là hợp số  → 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π ≈ 3,14 &lt; 3,33 ≈ 10/3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Chatbot AI trả lời câu hỏi về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 đọc Phiếu Trạm kiểm chứng AI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 “mọi” thành “mọi … không”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Thuận đúng ⇒ đảo cũng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chỗ điều kiện cần, đủ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lập luận toán học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THÁM TỬ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Sưu tầm 3 phát biểu trên mạng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Có dạng “nếu … thì”, “mọi”, “có”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lại bằng ⇒, ∀, 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phủ định, kết luận đúng/sai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hoặc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Padlet kèm Nhật ký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593073" y="2144161"/>
            <a:ext cx="1745815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9568" y="1867849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Mệnh đề: câu có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T/S xác định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421369" y="2670962"/>
            <a:ext cx="1917519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91272" y="2495362"/>
            <a:ext cx="1230097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Phủ định ¬P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78925" y="2670962"/>
            <a:ext cx="1659963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3716" y="2921452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Mệnh đề chứa biến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P(x)</a:t>
            </a:r>
          </a:p>
        </p:txBody>
      </p:sp>
      <p:sp>
        <p:nvSpPr>
          <p:cNvPr id="13" name="Oval 12"/>
          <p:cNvSpPr/>
          <p:nvPr/>
        </p:nvSpPr>
        <p:spPr>
          <a:xfrm>
            <a:off x="3502606" y="2259078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Mệnh đề và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phủ định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2043450"/>
            <a:ext cx="1745815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61461" y="1767138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 ⇒ Q: P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đúng thì Q đúng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15646" y="2670962"/>
            <a:ext cx="161703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32683" y="2394651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 ⇔ Q: cùng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đúng hoặc cùng sai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617037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32683" y="3022163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Đảo, phản đảo, đảo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phủ</a:t>
            </a:r>
          </a:p>
        </p:txBody>
      </p:sp>
      <p:sp>
        <p:nvSpPr>
          <p:cNvPr id="21" name="Oval 20"/>
          <p:cNvSpPr/>
          <p:nvPr/>
        </p:nvSpPr>
        <p:spPr>
          <a:xfrm>
            <a:off x="6810021" y="2259078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Kéo theo và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tương đương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50147" y="4611085"/>
            <a:ext cx="1788741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62494" y="4334774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∀x: mọi x thỏa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mãn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507221" y="5238597"/>
            <a:ext cx="1831667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05420" y="4962286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∃x: tồn tại x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thỏa mãn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550147" y="5238597"/>
            <a:ext cx="1788741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62494" y="5589798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Phủ định ∀ ↔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∃ và ngược lại</a:t>
            </a:r>
          </a:p>
        </p:txBody>
      </p:sp>
      <p:sp>
        <p:nvSpPr>
          <p:cNvPr id="29" name="Oval 28"/>
          <p:cNvSpPr/>
          <p:nvPr/>
        </p:nvSpPr>
        <p:spPr>
          <a:xfrm>
            <a:off x="3502606" y="4826713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Mệnh đề có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chứa biến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5646" y="4711796"/>
            <a:ext cx="1659963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75609" y="4536196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Điều kiện cần (⇒)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715646" y="5137886"/>
            <a:ext cx="1702889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18535" y="4962286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Điều kiện đủ (⇐)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874593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90239" y="5388376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ĐK cần và đủ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(⇔)</a:t>
            </a:r>
          </a:p>
        </p:txBody>
      </p:sp>
      <p:sp>
        <p:nvSpPr>
          <p:cNvPr id="37" name="Oval 36"/>
          <p:cNvSpPr/>
          <p:nvPr/>
        </p:nvSpPr>
        <p:spPr>
          <a:xfrm>
            <a:off x="6601995" y="4826713"/>
            <a:ext cx="222730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 trong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toán học</a:t>
            </a:r>
          </a:p>
        </p:txBody>
      </p:sp>
      <p:sp>
        <p:nvSpPr>
          <p:cNvPr id="38" name="Oval 37"/>
          <p:cNvSpPr/>
          <p:nvPr/>
        </p:nvSpPr>
        <p:spPr>
          <a:xfrm>
            <a:off x="5334291" y="3682342"/>
            <a:ext cx="1385952" cy="544875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MỆNH ĐỀ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