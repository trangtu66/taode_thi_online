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4" r:id="rId25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72" r:id="rId23"/>
    <p:sldId id="268" r:id="rId19"/>
    <p:sldId id="271" r:id="rId22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17.xml"/><Relationship Id="rId23" Type="http://schemas.openxmlformats.org/officeDocument/2006/relationships/slide" Target="slides/slide15.xml"/><Relationship Id="rId24" Type="http://schemas.openxmlformats.org/officeDocument/2006/relationships/slide" Target="slides/slide12.xml"/><Relationship Id="rId25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4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HỆ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Chủ đề STEM: thiết kế khẩu phần ăn hợp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12 – 14 theo PPCT (T12, T13, T14)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hệ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suất ăn trong ngân sách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Chế tạo, thử nghiệm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đề xuất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1: KINH DOANH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Vốn ≤ 1,2 tỉ;  nhu cầu ≤ 100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chiều: giá 20 triệu, lãi 3,5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chiều: giá 10 triệu, lãi 2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mỗi loại bao nhiêu máy?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065259" y="2357206"/>
            <a:ext cx="1273629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7382" y="2080894"/>
            <a:ext cx="251787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Thực phẩm: protein, lipid,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glucid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678925" y="2670962"/>
            <a:ext cx="1659963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3716" y="2708407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Biến: x (loại 1),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 (loại 2)</a:t>
            </a:r>
          </a:p>
        </p:txBody>
      </p:sp>
      <p:sp>
        <p:nvSpPr>
          <p:cNvPr id="8" name="Oval 7"/>
          <p:cNvSpPr/>
          <p:nvPr/>
        </p:nvSpPr>
        <p:spPr>
          <a:xfrm>
            <a:off x="3294580" y="2090581"/>
            <a:ext cx="2088617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Mô hình hóa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toán thực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tế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715646" y="2043450"/>
            <a:ext cx="1488259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03905" y="1767138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BPT dinh dưỡng: ax+by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≥ nhu cầu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15646" y="2670962"/>
            <a:ext cx="1445333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60979" y="2394651"/>
            <a:ext cx="217446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BPT ngân sách: p₁x+p₂y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≤ budget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5646" y="2670962"/>
            <a:ext cx="1617037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32683" y="3022163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BPT không âm: x≥0,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y≥0</a:t>
            </a:r>
          </a:p>
        </p:txBody>
      </p:sp>
      <p:sp>
        <p:nvSpPr>
          <p:cNvPr id="16" name="Oval 15"/>
          <p:cNvSpPr/>
          <p:nvPr/>
        </p:nvSpPr>
        <p:spPr>
          <a:xfrm>
            <a:off x="6740679" y="2259078"/>
            <a:ext cx="1949933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Lập hệ BPT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từ ràng buộc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807703" y="4711796"/>
            <a:ext cx="1531185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4938" y="4536196"/>
            <a:ext cx="2002765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Vẽ miền nghiệm chung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2635999" y="5137886"/>
            <a:ext cx="1702889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6642" y="4962286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Tìm đỉnh đa giác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022333" y="5238597"/>
            <a:ext cx="131655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0308" y="5388376"/>
            <a:ext cx="243202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Hàm mục tiêu f(x,y)=ax+by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→ min/max</a:t>
            </a:r>
          </a:p>
        </p:txBody>
      </p:sp>
      <p:sp>
        <p:nvSpPr>
          <p:cNvPr id="24" name="Oval 23"/>
          <p:cNvSpPr/>
          <p:nvPr/>
        </p:nvSpPr>
        <p:spPr>
          <a:xfrm>
            <a:off x="3225238" y="4658216"/>
            <a:ext cx="2227301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Vẽ miền nghiệm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tìm tối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ưu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15646" y="4924841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32683" y="4648530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Kiểm tra điều kiện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thực tế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15646" y="5238597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32683" y="5276042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Báo cáo STEM: nhóm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4–6 HS</a:t>
            </a:r>
          </a:p>
        </p:txBody>
      </p:sp>
      <p:sp>
        <p:nvSpPr>
          <p:cNvPr id="30" name="Oval 29"/>
          <p:cNvSpPr/>
          <p:nvPr/>
        </p:nvSpPr>
        <p:spPr>
          <a:xfrm>
            <a:off x="6879363" y="4826713"/>
            <a:ext cx="167256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Đánh giá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mở rộng</a:t>
            </a:r>
          </a:p>
        </p:txBody>
      </p:sp>
      <p:sp>
        <p:nvSpPr>
          <p:cNvPr id="31" name="Oval 30"/>
          <p:cNvSpPr/>
          <p:nvPr/>
        </p:nvSpPr>
        <p:spPr>
          <a:xfrm>
            <a:off x="4941353" y="3484793"/>
            <a:ext cx="21718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HỆ BPT –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KHẨU PHẦN ĂN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2: NHIỆM VỤ 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Thiết kế suất ăn giàu đạm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Protein ít nhất khoảng 30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Khối lượng không quá 300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không quá 27 000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phương án tối ưu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Nấu thật, cân đúng khối lượng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2x+y≤120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\begin{cases}x\ge 0\\y\ge 0\\x+y\le 100\\2x+y\le 120\end{cases}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636007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36007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Hệ: nhiều BPT bậc nhất hai ẩn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nghiệm của mọi BPT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MIỀN NGHIỆM CỦA HỆ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7x+4y≤2400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:r>
                  <a:rPr lang="vi-VN"/>
                  <a:t>\begin{cases}7x+4y\le 2400\\x+y\le 100\\x\ge 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không bị gạch: miền nghiệm</a:t>
            </a:r>
          </a:p>
        </p:txBody>
      </p:sp>
      <p:pic>
        <p:nvPicPr>
          <p:cNvPr id="9" name="Picture 8" descr="rId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937"/>
            <a:ext cx="4389120" cy="4675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TÌM GTLN, GTNN CỦA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Xác định miền đa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 tại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 = ax + by: GTLN, GTNN tại đỉnh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VẤN ĐỀ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 = 3,5x + 2y (triệu đồng)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F(0; 100) = 200;  F(20; 80) = 230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F(60; 0) = 210;  F(0; 0)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20 máy hai chiều, 80 máy một chiều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KHẨU PHẦN MẪU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078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x lạng thịt nạc, y lạng đậu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Protein: 20x + 10y ≥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Khối lượng: x + y ≤ 3;  y ≤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Chi phí: 15x + 3y ≤ 27 (nghìn)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24656"/>
            <a:ext cx="6400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24656"/>
            <a:ext cx="6035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Rẻ nhất: A(0,5; 2) – 13 500 đồng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Nhiều đạm nhất: C(1,5; 1,5) – 45 g</a:t>
            </a:r>
          </a:p>
        </p:txBody>
      </p:sp>
      <p:pic>
        <p:nvPicPr>
          <p:cNvPr id="9" name="Picture 8" descr="rId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92321"/>
            <a:ext cx="4389120" cy="40505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của AI có đúng không?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chi phí tại mọi đỉnh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(1; 2) thuộc miền nghiệm (đỉnh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21 nghìn &gt; 13,5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không xét đủ các đỉnh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CHẾ TẠO VÀ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Phiếu 4: bản thiết kế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Mua nguyên liệu, giữ hóa đơn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Cân, chế biến, chụp ảnh, quay video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lệch khối lượng không quá 10%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và 3–5 slide báo cáo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091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thực tế với thiết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lệch, điều chỉnh gì?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Protein thiếu 0,1 g → thêm 1–2 g thịt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:r>
                  <a:rPr lang="vi-VN"/>
                  <a:t>\begin{cases}x\ge 0\\y\ge 0\\2x+y\le 4\end{cases}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:r>
                  <a:rPr lang="vi-VN"/>
                  <a:t>\begin{cases}x\ge 0\\y\ge 0\\2x+y\le 4\end{cases}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Kể cả các cạnh (dấu ≤, 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tập 2.6: thịt bò, thịt lợn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Hoàn thiện sản phẩm theo góp ý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bản hoàn chỉnh lên Classroom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Chuẩn bị: Bài tập cuối chương II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