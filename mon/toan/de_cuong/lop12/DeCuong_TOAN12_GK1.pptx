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ĐỀ CƯƠNG ÔN TẬP GIỮA HỌC KÌ I</a:t>
            </a:r>
          </a:p>
          <a:p>
            <a:pPr algn="ctr">
              <a:spcAft>
                <a:spcPts val="800"/>
              </a:spcAft>
            </a:pPr>
            <a:r>
              <a:rPr sz="2800">
                <a:solidFill>
                  <a:srgbClr val="1E293B"/>
                </a:solidFill>
                <a:latin typeface="Calibri"/>
              </a:rPr>
              <a:t>Môn Toán – Lớp 12 · Năm học 2026 – 2027</a:t>
            </a:r>
          </a:p>
          <a:p>
            <a:pPr algn="ctr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Trường THPT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CƯƠNG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ĐỀ CƯƠNG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1. Tóm tắt lý thuyết – Bài 1, Bài 2, Bài 3, Bài 4, Bài 5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2. Bài tập luyện tập (gấp đôi ma trận) – trong file Word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3. Đề minh họa – mỗi câu: slide đề → slide lời giải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5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3</a:t>
            </a:r>
          </a:p>
        </p:txBody>
      </p:sp>
      <p:pic>
        <p:nvPicPr>
          <p:cNvPr id="7" name="Picture 6" descr="SoDoTuDuy_TOAN12_Bai5_UngDungDaoHam_T19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đạt cực đại tại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x=−2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y=\dfrac{x^2+3}{x-1}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đạt cực đại tại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x=3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x=-1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x=1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x=-2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2x(x−1)−(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+3)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−2x−3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đổi dấu từ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qua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hàm số đạt cực đại tại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CĐ</m:t>
                        </m:r>
                      </m:sub>
                    </m:sSub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điểm cực tiểu;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không thuộc tập xác định.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y'=\dfrac{2x(x-1)-(x^2+3)}{(x-1)^2}=\dfrac{x^2-2x-3}{(x-1)^2}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y'=0\Leftrightarrow x=-1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vi-VN"/>
                  <a:t>y'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đổi dấu từ </a:t>
                </a:r>
                <a:r>
                  <a:rPr lang="vi-VN"/>
                  <a:t>+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sang </a:t>
                </a:r>
                <a:r>
                  <a:rPr lang="vi-VN"/>
                  <a:t>-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qua </a:t>
                </a:r>
                <a:r>
                  <a:rPr lang="vi-VN"/>
                  <a:t>x=-1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hàm số đạt cực đại tại </a:t>
                </a:r>
                <a:r>
                  <a:rPr lang="vi-VN"/>
                  <a:t>x=-1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y_{CĐ}=-2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); </a:t>
                </a:r>
                <a:r>
                  <a:rPr lang="vi-VN"/>
                  <a:t>x=3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điểm cực tiểu; 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không thuộc tập xác định.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Giá trị nhỏ nhất của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Giá trị nhỏ nhất của hàm số </a:t>
                </a:r>
                <a:r>
                  <a:rPr lang="vi-VN"/>
                  <a:t>y=x+\dfrac{9}{x}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[1;4]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10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\dfrac{25}{4}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6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-6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−9</m:t>
                        </m:r>
                      </m:num>
                      <m:den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(nhận)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(loại).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y(1)=10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y(3)=6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y(4)=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y=y(3)=6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Lưu ý: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chỉ là giá trị tại đầu mút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y'=1-\dfrac{9}{x^2}=\dfrac{x^2-9}{x^2}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y'=0\Leftrightarrow x=3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(nhận) hoặc </a:t>
                </a:r>
                <a:r>
                  <a:rPr lang="vi-VN"/>
                  <a:t>x=-3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(loại). </a:t>
                </a:r>
                <a:r>
                  <a:rPr lang="vi-VN"/>
                  <a:t>y(1)=10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y(3)=6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y(4)=\dfrac{25}{4}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\min\limits_{[1;4]}y=y(3)=6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Lưu ý: </a:t>
                </a:r>
                <a:r>
                  <a:rPr lang="vi-VN"/>
                  <a:t>\dfrac{25}{4}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chỉ là giá trị tại đầu mút </a:t>
                </a:r>
                <a:r>
                  <a:rPr lang="vi-VN"/>
                  <a:t>x=4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Tiệm cận ngang của đồ thị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x−3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đường thẳng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y=3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Tiệm cận ngang của đồ thị hàm số </a:t>
                </a:r>
                <a:r>
                  <a:rPr lang="vi-VN"/>
                  <a:t>y=\dfrac{2x+1}{x-3}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đường thẳng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y=2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y=3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x=3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y=-\dfrac{1}{3}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2+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den>
                        </m:f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tiệm cận ngang là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Lưu ý: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đứng.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\lim\limits_{x\to\pm\infty}\dfrac{2x+1}{x-3}=\lim\limits_{x\to\pm\infty}\dfrac{2+\frac{1}{x}}{1-\frac{3}{x}}=2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tiệm cận ngang là </a:t>
                </a:r>
                <a:r>
                  <a:rPr lang="vi-VN"/>
                  <a:t>y=2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Lưu ý: </a:t>
                </a:r>
                <a:r>
                  <a:rPr lang="vi-VN"/>
                  <a:t>x=3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đứng.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Đường tiệm cận xiên của đồ thị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+x+1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y=x+1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y=x−2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y=x+2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Đường tiệm cận xiên của đồ thị hàm số </a:t>
                </a:r>
                <a:r>
                  <a:rPr lang="vi-VN"/>
                  <a:t>y=\dfrac{x^2+x+1}{x-1}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y=x+1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y=x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y=x-2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y=x+2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Chia đa thức: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Vì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tiệm cận xiên là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Chia đa thức: </a:t>
                </a:r>
                <a:r>
                  <a:rPr lang="vi-VN"/>
                  <a:t>y=x+2+\dfrac{3}{x-1}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Vì </a:t>
                </a:r>
                <a:r>
                  <a:rPr lang="vi-VN"/>
                  <a:t>\lim_{x\to\pm\infty}\left[y-(x+2)\right]=\lim_{x\to\pm\infty}\dfrac{3}{x-1}=0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tiệm cận xiên là </a:t>
                </a:r>
                <a:r>
                  <a:rPr lang="vi-VN"/>
                  <a:t>y=x+2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Chi phí sản xuất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sản phẩm là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C(x)=30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000+300x−2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+0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125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(nghìn đồng). Chi phí biên tại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990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372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Chi phí sản xuất </a:t>
                </a:r>
                <a:r>
                  <a:rPr lang="vi-VN"/>
                  <a:t>x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sản phẩm là </a:t>
                </a:r>
                <a:r>
                  <a:rPr lang="vi-VN"/>
                  <a:t>C(x)=30\,000+300x-2{,}5x^2+0{,}125x^3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(nghìn đồng). Chi phí biên tại </a:t>
                </a:r>
                <a:r>
                  <a:rPr lang="vi-VN"/>
                  <a:t>x=200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990\,000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14\,372{,}625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14\,300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300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(x)=300−5x+0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375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(200)=300−1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000+15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000=14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(nghìn đồng);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372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chi phí thực của đơn vị thứ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C'(x)=300-5x+0{,}375x^2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C'(200)=300-1\,000+15\,000=14\,300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(nghìn đồng); </a:t>
                </a:r>
                <a:r>
                  <a:rPr lang="vi-VN"/>
                  <a:t>14\,372{,}625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chi phí thực của đơn vị thứ </a:t>
                </a:r>
                <a:r>
                  <a:rPr lang="vi-VN"/>
                  <a:t>201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bảng biến thiên như hình dưới đây. Hàm số đã cho đồng biến trên khoảng nào dưới đây?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y=f(x)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bảng biến thiên như hình dưới đây. Hàm số đã cho đồng biến trên khoảng nào dưới đây?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(-\infty;-2)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(-2;0)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(0;+\infty)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(-1;3)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Trên khoảng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hàm số đồng biến. Lưu ý: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khoảng giá trị của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không phải khoảng của biến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Trên khoảng </a:t>
                </a:r>
                <a:r>
                  <a:rPr lang="vi-VN"/>
                  <a:t>(-2;0)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y'&gt;0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hàm số đồng biến. Lưu ý: </a:t>
                </a:r>
                <a:r>
                  <a:rPr lang="vi-VN"/>
                  <a:t>(-1;3)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khoảng giá trị của </a:t>
                </a:r>
                <a:r>
                  <a:rPr lang="vi-VN"/>
                  <a:t>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không phải khoảng của biến </a:t>
                </a:r>
                <a:r>
                  <a:rPr lang="vi-VN"/>
                  <a:t>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Một xưởng sản xuất ước tính lợi nhuận thu được khi sản xuất và bán hết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trăm sản phẩm là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P(x)=−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+40x−100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(triệu đồng), với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0≤x≤30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Lợi nhuận lớn nhất xưởng có thể đạt được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Một xưởng sản xuất ước tính lợi nhuận thu được khi sản xuất và bán hết </a:t>
                </a:r>
                <a:r>
                  <a:rPr lang="vi-VN"/>
                  <a:t>x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trăm sản phẩm là </a:t>
                </a:r>
                <a:r>
                  <a:rPr lang="vi-VN"/>
                  <a:t>P(x)=-x^2+40x-100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(triệu đồng), với </a:t>
                </a:r>
                <a:r>
                  <a:rPr lang="vi-VN"/>
                  <a:t>0\le x\le 30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Lợi nhuận lớn nhất xưởng có thể đạt được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200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300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20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400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(x)=−2x+40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(x)=0⇔x=20∈(0;30)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P(0)=−100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P(20)=300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P(30)=200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P(x)=P(20)=300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lợi nhuận lớn nhất 300 triệu đồng khi sản xuất 2 000 sản phẩm.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P'(x)=-2x+40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P'(x)=0\Leftrightarrow x=20\in(0;30)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vi-VN"/>
                  <a:t>P(0)=-100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P(20)=300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P(30)=200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\max\limits_{[0;30]}P(x)=P(20)=300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lợi nhuận lớn nhất 300 triệu đồng khi sản xuất 2 000 sản phẩm.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f(x)=−1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f(x)=1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Khẳng định nào sau đây đúng?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Đồ thị hàm số không có tiệm cận ngang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Đồ thị hàm số có đúng một tiệm cận ngang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Đồ thị hàm số có hai tiệm cận ngang là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y=−1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Đồ thị hàm số có hai tiệm cận đứng là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y=f(x)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\lim\limits_{x\to-\infty}f(x)=-1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\lim\limits_{x\to+\infty}f(x)=1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Khẳng định nào sau đây đúng?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Đồ thị hàm số không có tiệm cận ngang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Đồ thị hàm số có đúng một tiệm cận ngang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Đồ thị hàm số có hai tiệm cận ngang là </a:t>
                </a:r>
                <a:r>
                  <a:rPr lang="vi-VN"/>
                  <a:t>y=1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y=-1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Đồ thị hàm số có hai tiệm cận đứng là </a:t>
                </a:r>
                <a:r>
                  <a:rPr lang="vi-VN"/>
                  <a:t>x=1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x=-1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Theo định nghĩa, mỗi giới hạn hữu hạn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x→−∞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một tiệm cận ngang: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Theo định nghĩa, mỗi giới hạn hữu hạn khi </a:t>
                </a:r>
                <a:r>
                  <a:rPr lang="vi-VN"/>
                  <a:t>x\to+\infty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x\to-\infty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một tiệm cận ngang: </a:t>
                </a:r>
                <a:r>
                  <a:rPr lang="vi-VN"/>
                  <a:t>y=1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y=-1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Khẳng định nào sau đây đúng?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Hàm số đồng biến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Hàm số có một điểm cực trị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Hàm số nghịch biến trên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ℝ⧵{1}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Hàm số nghịch biến trên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y=\dfrac{x+2}{x-1}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Khẳng định nào sau đây đúng?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Hàm số đồng biến trên </a:t>
                </a:r>
                <a:r>
                  <a:rPr lang="vi-VN"/>
                  <a:t>(-\infty;1)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(1;+\infty)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Hàm số có một điểm cực trị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Hàm số nghịch biến trên </a:t>
                </a:r>
                <a:r>
                  <a:rPr lang="vi-VN"/>
                  <a:t>\mathbb{R}\setminus\{1\}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Hàm số nghịch biến trên </a:t>
                </a:r>
                <a:r>
                  <a:rPr lang="vi-VN"/>
                  <a:t>(-\infty;1)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(1;+\infty)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x≠1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nên hàm số nghịch biến trên từng khoảng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Không viết \"nghịch biến trên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ℝ⧵{1}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\" vì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y(0)=−2&lt;y(2)=4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hàm số không nghịch biến qua điểm gián đoạn; không có cực trị.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y'=\dfrac{-3}{(x-1)^2}&lt;0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x\ne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nên hàm số nghịch biến trên từng khoảng </a:t>
                </a:r>
                <a:r>
                  <a:rPr lang="vi-VN"/>
                  <a:t>(-\infty;1)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(1;+\infty)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Không viết \"nghịch biến trên </a:t>
                </a:r>
                <a:r>
                  <a:rPr lang="vi-VN"/>
                  <a:t>\mathbb{R}\setminus\{1\}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\" vì </a:t>
                </a:r>
                <a:r>
                  <a:rPr lang="vi-VN"/>
                  <a:t>y(0)=−2 &lt; y(2)=4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hàm số không nghịch biến qua điểm gián đoạn; không có cực trị.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Một khu chung cư có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căn hộ, đều có người thuê nếu giá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đồng/tháng; cứ tăng giá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 thì có thêm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căn bị bỏ trống. Để doanh thu lớn nhất, giá thuê mỗi căn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Một khu chung cư có </a:t>
                </a:r>
                <a:r>
                  <a:rPr lang="vi-VN"/>
                  <a:t>100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căn hộ, đều có người thuê nếu giá </a:t>
                </a:r>
                <a:r>
                  <a:rPr lang="vi-VN"/>
                  <a:t>8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đồng/tháng; cứ tăng giá </a:t>
                </a:r>
                <a:r>
                  <a:rPr lang="vi-VN"/>
                  <a:t>100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nghìn đồng thì có thêm </a:t>
                </a:r>
                <a:r>
                  <a:rPr lang="vi-VN"/>
                  <a:t>1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căn bị bỏ trống. Để doanh thu lớn nhất, giá thuê mỗi căn là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8{,}5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8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10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9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triệu đồng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Tăng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lần: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R(n)=(8+0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1n)(100−n)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(n)=2−0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2n=0⇔n=10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Giá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triệu đồng, doanh thu lớn nhất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810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triệu đồng/tháng.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D.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Tăng </a:t>
                </a:r>
                <a:r>
                  <a:rPr lang="vi-VN"/>
                  <a:t>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lần: </a:t>
                </a:r>
                <a:r>
                  <a:rPr lang="vi-VN"/>
                  <a:t>R(n)=(8+0{,}1n)(100-n)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R'(n)=2-0{,}2n=0\Leftrightarrow n=10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Giá </a:t>
                </a:r>
                <a:r>
                  <a:rPr lang="vi-VN"/>
                  <a:t>9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triệu đồng, doanh thu lớn nhất </a:t>
                </a:r>
                <a:r>
                  <a:rPr lang="vi-VN"/>
                  <a:t>810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triệu đồng/tháng.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nghịch biến trên khoảng nào dưới đây?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d>
                      <m:dPr>
                        <m:sepChr m:val="∞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y=x^3-3x^2+1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nghịch biến trên khoảng nào dưới đây?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(0;2)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(-\infty;0)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(2;+\infty)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(-1;3)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−6x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0&lt;x&lt;2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hàm số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A.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y'=3x^2-6x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y'=0\Leftrightarrow x=0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0&lt;x&lt;2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hàm số nghịch biến trên </a:t>
                </a:r>
                <a:r>
                  <a:rPr lang="vi-VN"/>
                  <a:t>(0;2)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Giá trị lớn nhất của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Giá trị lớn nhất của hàm số </a:t>
                </a:r>
                <a:r>
                  <a:rPr lang="vi-VN"/>
                  <a:t>y=\dfrac{2x+1}{x-1}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[2;4]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3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5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\dfrac{7}{2}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-3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2(x−1)−(2x+1)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x∈[2;4]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nên hàm số nghịch biến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y=y(2)=5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(còn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y(4)=3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giá trị nhỏ nhất).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Đáp án B.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y'=\dfrac{2(x-1)-(2x+1)}{(x-1)^2}=\dfrac{-3}{(x-1)^2}&lt;0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x\in[2;4]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nên hàm số nghịch biến trên </a:t>
                </a:r>
                <a:r>
                  <a:rPr lang="vi-VN"/>
                  <a:t>[2;4]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\max\limits_{[2;4]}y=y(2)=5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(còn </a:t>
                </a:r>
                <a:r>
                  <a:rPr lang="vi-VN"/>
                  <a:t>y(4)=3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giá trị nhỏ nhất).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Sau khi phun thuốc, số sâu bệnh trên một vườn cà phê (đơn vị: nghìn con) được ước tính bởi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N(t)=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−12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+36t+20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với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0≤t≤10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trong đó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số ngày kể từ khi phun thuốc.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(t)=3</m:t>
                    </m:r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−24t+36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Số sâu bệnh giảm trong khoảng thời gian từ ngày thứ 2 đến ngày thứ 6.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đạt cực đại tại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t=6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Tại thời điểm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t=4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(ngày), số sâu bệnh đang tăng.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Sau khi phun thuốc, số sâu bệnh trên một vườn cà phê (đơn vị: nghìn con) được ước tính bởi </a:t>
                </a:r>
                <a:r>
                  <a:rPr lang="vi-VN"/>
                  <a:t>N(t)=t^3-12t^2+36t+20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với </a:t>
                </a:r>
                <a:r>
                  <a:rPr lang="vi-VN"/>
                  <a:t>0\le t\le 10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trong đó </a:t>
                </a:r>
                <a:r>
                  <a:rPr lang="vi-VN"/>
                  <a:t>t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số ngày kể từ khi phun thuốc.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N'(t)=3t^2-24t+36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Số sâu bệnh giảm trong khoảng thời gian từ ngày thứ 2 đến ngày thứ 6.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Hàm số </a:t>
                </a:r>
                <a:r>
                  <a:rPr lang="vi-VN"/>
                  <a:t>N(t)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đạt cực đại tại </a:t>
                </a:r>
                <a:r>
                  <a:rPr lang="vi-VN"/>
                  <a:t>t=6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Tại thời điểm </a:t>
                </a:r>
                <a:r>
                  <a:rPr lang="vi-VN"/>
                  <a:t>t=4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(ngày), số sâu bệnh đang tăng.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Đạo hàm trực tiếp: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(t)=3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−24t+36=3(t−2)(t−6)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Đúng: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t∈(2;6)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Sai: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đổi dấu từ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qua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t=6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t=6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điểm cực tiểu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N(6)=20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); hàm số đạt cực đại tại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N(2)=52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(4)=48−96+36=−12&lt;0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tại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số sâu bệnh đang giảm.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Đạo hàm trực tiếp: </a:t>
                </a:r>
                <a:r>
                  <a:rPr lang="vi-VN"/>
                  <a:t>N'(t)=3t^2-24t+36=3(t-2)(t-6)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Đúng: </a:t>
                </a:r>
                <a:r>
                  <a:rPr lang="vi-VN"/>
                  <a:t>N'(t)&lt;0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t\in(2;6)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N(t)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nghịch biến trên </a:t>
                </a:r>
                <a:r>
                  <a:rPr lang="vi-VN"/>
                  <a:t>(2;6)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Sai: </a:t>
                </a:r>
                <a:r>
                  <a:rPr lang="vi-VN"/>
                  <a:t>N'(t)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đổi dấu từ </a:t>
                </a:r>
                <a:r>
                  <a:rPr lang="vi-VN"/>
                  <a:t>-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sang </a:t>
                </a:r>
                <a:r>
                  <a:rPr lang="vi-VN"/>
                  <a:t>+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qua </a:t>
                </a:r>
                <a:r>
                  <a:rPr lang="vi-VN"/>
                  <a:t>t=6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t=6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điểm cực tiểu (</a:t>
                </a:r>
                <a:r>
                  <a:rPr lang="vi-VN"/>
                  <a:t>N(6)=20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); hàm số đạt cực đại tại </a:t>
                </a:r>
                <a:r>
                  <a:rPr lang="vi-VN"/>
                  <a:t>t=2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N(2)=52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:r>
                  <a:rPr lang="vi-VN"/>
                  <a:t>N'(4)=48-96+36=-12&lt;0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tại </a:t>
                </a:r>
                <a:r>
                  <a:rPr lang="vi-VN"/>
                  <a:t>t=4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số sâu bệnh đang giảm.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Sau khi tiêm cho một bệnh nhân, nồng độ thuốc trong máu (mg/L) tại thời điểm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giờ được ước tính bởi công thức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30t</m:t>
                        </m:r>
                      </m:num>
                      <m:den>
                        <m:sSup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+9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với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0≤t≤12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Đạo hàm của hàm số là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30(9−</m:t>
                        </m:r>
                        <m:sSup>
                          <m:e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sSup>
                                  <m:e>
                                    <m:r>
                                      <a:rPr lang="vi-VN" sz="2000" b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a:rPr lang="vi-VN" sz="2000" b="1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vi-VN" sz="2000" b="1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1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Trong 3 giờ đầu sau khi tiêm, nồng độ thuốc trong máu tăng; sau đó nồng độ thuốc giảm.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Nồng độ thuốc trong máu lớn nhất bằng 10 mg/L.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Tại thời điểm 12 giờ sau khi tiêm, nồng độ thuốc trong máu lớn hơn 2,5 mg/L.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Sau khi tiêm cho một bệnh nhân, nồng độ thuốc trong máu (mg/L) tại thời điểm </a:t>
                </a:r>
                <a:r>
                  <a:rPr lang="vi-VN"/>
                  <a:t>t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giờ được ước tính bởi công thức </a:t>
                </a:r>
                <a:r>
                  <a:rPr lang="vi-VN"/>
                  <a:t>C(t)=\dfrac{30t}{t^2+9}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với </a:t>
                </a:r>
                <a:r>
                  <a:rPr lang="vi-VN"/>
                  <a:t>0\le t\le 12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Đạo hàm của hàm số là </a:t>
                </a:r>
                <a:r>
                  <a:rPr lang="vi-VN"/>
                  <a:t>C'(t)=\dfrac{30(9-t^2)}{(t^2+9)^2}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Trong 3 giờ đầu sau khi tiêm, nồng độ thuốc trong máu tăng; sau đó nồng độ thuốc giảm.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Nồng độ thuốc trong máu lớn nhất bằng 10 mg/L.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Tại thời điểm 12 giờ sau khi tiêm, nồng độ thuốc trong máu lớn hơn 2,5 mg/L.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30(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+9)−30t·2t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sSup>
                                  <m:e>
                                    <m:r>
                                      <a:rPr lang="vi-VN" sz="20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a:rPr lang="vi-VN" sz="20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30(9−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sSup>
                                  <m:e>
                                    <m:r>
                                      <a:rPr lang="vi-VN" sz="20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a:rPr lang="vi-VN" sz="20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Đúng: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(t)=0⇔t=3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(t)&gt;0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Sai: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C(0)=0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C(3)=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C(12)=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C(t)=C(3)=5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mg/L (đạt sau 3 giờ). Sai lầm thường gặp: tính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C(3)=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do quên cộng 9 ở mẫu.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C(12)=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35&lt;2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(mg/L).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</a:t>
                </a:r>
                <a:r>
                  <a:rPr lang="vi-VN"/>
                  <a:t>C'(t)=\dfrac{30(t^2+9)-30t\cdot 2t}{(t^2+9)^2}=\dfrac{30(9-t^2)}{(t^2+9)^2}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Đúng: </a:t>
                </a:r>
                <a:r>
                  <a:rPr lang="vi-VN"/>
                  <a:t>C'(t)=0\Leftrightarrow t=3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C'(t)&gt;0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(0;3)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C'(t)&lt;0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(3;12)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Sai: </a:t>
                </a:r>
                <a:r>
                  <a:rPr lang="vi-VN"/>
                  <a:t>C(0)=0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C(3)=\dfrac{90}{18}=5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C(12)=\dfrac{40}{17}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\max\limits_{[0;12]}C(t)=C(3)=5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mg/L (đạt sau 3 giờ). Sai lầm thường gặp: tính </a:t>
                </a:r>
                <a:r>
                  <a:rPr lang="vi-VN"/>
                  <a:t>C(3)=\dfrac{90}{9}=10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do quên cộng 9 ở mẫu.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:r>
                  <a:rPr lang="vi-VN"/>
                  <a:t>C(12)=\dfrac{360}{153}=\dfrac{40}{17}\approx 2{,}35&lt;2{,}5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(mg/L).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Số dân của một xã sau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năm kể từ năm 2020 được ước tính bởi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20t+15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t+3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trong đó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tính bằng nghìn người.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Năm 2020, số dân của xã là 15 nghìn người.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1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vi-VN" sz="2000" b="1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1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1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do đó số dân của xã luôn tăng.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Đồ thị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y=N(t)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tiệm cận ngang là đường thẳng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Đến một thời điểm nào đó, số dân của xã sẽ vượt quá 20 nghìn người.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Số dân của một xã sau </a:t>
                </a:r>
                <a:r>
                  <a:rPr lang="vi-VN"/>
                  <a:t>t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năm kể từ năm 2020 được ước tính bởi hàm số </a:t>
                </a:r>
                <a:r>
                  <a:rPr lang="vi-VN"/>
                  <a:t>N(t)=\dfrac{20t+15}{t+3}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t\ge 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trong đó </a:t>
                </a:r>
                <a:r>
                  <a:rPr lang="vi-VN"/>
                  <a:t>N(t)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tính bằng nghìn người.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Năm 2020, số dân của xã là 15 nghìn người.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N'(t)=\dfrac{45}{(t+3)^2}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, do đó số dân của xã luôn tăng.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Đồ thị hàm số </a:t>
                </a:r>
                <a:r>
                  <a:rPr lang="vi-VN"/>
                  <a:t>y=N(t)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tiệm cận ngang là đường thẳng </a:t>
                </a:r>
                <a:r>
                  <a:rPr lang="vi-VN"/>
                  <a:t>y=20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Đến một thời điểm nào đó, số dân của xã sẽ vượt quá 20 nghìn người.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Sai: Năm 2020 ứng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N(0)=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(nghìn người).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Đúng: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20(t+3)−(20t+15)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đồng biến.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20t+15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t+3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t→+∞</m:t>
                        </m:r>
                      </m:lim>
                    </m:limLow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20+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den>
                        </m:f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den>
                        </m:f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N(t)=20−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t+3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&lt;20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t≥0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số dân luôn tăng nhưng không vượt quá 20 nghìn người.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Sai: Năm 2020 ứng với </a:t>
                </a:r>
                <a:r>
                  <a:rPr lang="vi-VN"/>
                  <a:t>t=0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N(0)=\dfrac{15}{3}=5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(nghìn người).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Đúng: </a:t>
                </a:r>
                <a:r>
                  <a:rPr lang="vi-VN"/>
                  <a:t>N'(t)=\dfrac{20(t+3)-(20t+15)}{(t+3)^2}=\dfrac{45}{(t+3)^2}&gt;0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t\ge 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N(t)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đồng biến.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:r>
                  <a:rPr lang="vi-VN"/>
                  <a:t>\lim\limits_{t\to+\infty}\dfrac{20t+15}{t+3}=\lim\limits_{t\to+\infty}\dfrac{20+\frac{15}{t}}{1+\frac{3}{t}}=20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:r>
                  <a:rPr lang="vi-VN"/>
                  <a:t>N(t)=20-\dfrac{45}{t+3}&lt;20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t\ge 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số dân luôn tăng nhưng không vượt quá 20 nghìn người.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Một thùng pha chứa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lít dung dịch phân bón lá có nồng độ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g/lít. Người ta đổ thêm vào thùng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lít dung dịch phân bón cùng loại có nồng độ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g/lít. Gọi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(g/lít) là nồng độ dung dịch trong thùng sau khi đổ thêm, coi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hàm số xác định với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x≥0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300+5x</m:t>
                        </m:r>
                      </m:num>
                      <m:den>
                        <m:r>
                          <a:rPr lang="vi-VN" sz="2000" b="1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10+x</m:t>
                        </m:r>
                      </m:den>
                    </m:f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[0;+∞)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Đồ thị hàm số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y=C(x)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tiệm cận ngang là đường thẳng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y=5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Để nồng độ dung dịch trong thùng bằng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g/lít thì cần đổ thêm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lít dung dịch nồng độ </a:t>
                </a:r>
                <a14:m>
                  <m:oMath xmlns:m="http://schemas.openxmlformats.org/officeDocument/2006/math">
                    <m:r>
                      <a:rPr lang="vi-VN" sz="2000" b="1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g/lít.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(Vận dụng – thực tiễn) Một thùng pha chứa </a:t>
                </a:r>
                <a:r>
                  <a:rPr lang="vi-VN"/>
                  <a:t>10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lít dung dịch phân bón lá có nồng độ </a:t>
                </a:r>
                <a:r>
                  <a:rPr lang="vi-VN"/>
                  <a:t>30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g/lít. Người ta đổ thêm vào thùng </a:t>
                </a:r>
                <a:r>
                  <a:rPr lang="vi-VN"/>
                  <a:t>x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lít dung dịch phân bón cùng loại có nồng độ </a:t>
                </a:r>
                <a:r>
                  <a:rPr lang="vi-VN"/>
                  <a:t>5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g/lít. Gọi </a:t>
                </a:r>
                <a:r>
                  <a:rPr lang="vi-VN"/>
                  <a:t>C(x)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(g/lít) là nồng độ dung dịch trong thùng sau khi đổ thêm, coi </a:t>
                </a:r>
                <a:r>
                  <a:rPr lang="vi-VN"/>
                  <a:t>C(x)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là hàm số xác định với </a:t>
                </a:r>
                <a:r>
                  <a:rPr lang="vi-VN"/>
                  <a:t>x\ge 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 Xét tính đúng, sai của các khẳng định sau: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C(x)=\dfrac{300+5x}{10+x}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b) Hàm số </a:t>
                </a:r>
                <a:r>
                  <a:rPr lang="vi-VN"/>
                  <a:t>C(x)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đồng biến trên </a:t>
                </a:r>
                <a:r>
                  <a:rPr lang="vi-VN"/>
                  <a:t>[0;+\infty)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Đồ thị hàm số </a:t>
                </a:r>
                <a:r>
                  <a:rPr lang="vi-VN"/>
                  <a:t>y=C(x)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có tiệm cận ngang là đường thẳng </a:t>
                </a:r>
                <a:r>
                  <a:rPr lang="vi-VN"/>
                  <a:t>y=5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d) Để nồng độ dung dịch trong thùng bằng </a:t>
                </a:r>
                <a:r>
                  <a:rPr lang="vi-VN"/>
                  <a:t>10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g/lít thì cần đổ thêm </a:t>
                </a:r>
                <a:r>
                  <a:rPr lang="vi-VN"/>
                  <a:t>50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lít dung dịch nồng độ </a:t>
                </a:r>
                <a:r>
                  <a:rPr lang="vi-VN"/>
                  <a:t>5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 g/lít.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Toán 12 · Giữa học kì I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Lượng phân bón: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10·30+5x=300+5x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(g); thể tích: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10+x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(lít). Vậy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300+5x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10+x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Sai: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5(10+x)−(300+5x)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−250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nghịch biến: nồng độ giảm dần khi đổ thêm dung dịch loãng hơn.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C(x)=5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ngang: nồng độ giảm dần nhưng luôn lớn hơn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g/lít.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300+5x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10+x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=10⇔300+5x=100+10x⇔x=40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Cần đổ thêm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lít.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731520" y="1463040"/>
                <a:ext cx="10789920" cy="47548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Đúng: Lượng phân bón: </a:t>
                </a:r>
                <a:r>
                  <a:rPr lang="vi-VN"/>
                  <a:t>10\cdot 30+5x=300+5x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(g); thể tích: </a:t>
                </a:r>
                <a:r>
                  <a:rPr lang="vi-VN"/>
                  <a:t>10+x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(lít). Vậy </a:t>
                </a:r>
                <a:r>
                  <a:rPr lang="vi-VN"/>
                  <a:t>C(x)=\dfrac{300+5x}{10+x}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Sai: </a:t>
                </a:r>
                <a:r>
                  <a:rPr lang="vi-VN"/>
                  <a:t>C'(x)=\dfrac{5(10+x)-(300+5x)}{(10+x)^2}=\dfrac{-250}{(10+x)^2}&lt;0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C(x)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nghịch biến: nồng độ giảm dần khi đổ thêm dung dịch loãng hơn.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Đúng: </a:t>
                </a:r>
                <a:r>
                  <a:rPr lang="vi-VN"/>
                  <a:t>\lim_{x\to+\infty}C(x)=5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y=5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tiệm cận ngang: nồng độ giảm dần nhưng luôn lớn hơn </a:t>
                </a:r>
                <a:r>
                  <a:rPr lang="vi-VN"/>
                  <a:t>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g/lít.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d) Sai: </a:t>
                </a:r>
                <a:r>
                  <a:rPr lang="vi-VN"/>
                  <a:t>\dfrac{300+5x}{10+x}=10\Leftrightarrow 300+5x=100+10x\Leftrightarrow x=40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Cần đổ thêm </a:t>
                </a:r>
                <a:r>
                  <a:rPr lang="vi-VN"/>
                  <a:t>40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lít.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