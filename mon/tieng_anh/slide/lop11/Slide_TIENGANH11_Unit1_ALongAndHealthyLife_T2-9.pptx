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548640"/>
            <a:ext cx="2194560" cy="219456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2194560"/>
            <a:ext cx="1371600" cy="137160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2926080"/>
            <a:ext cx="1005840" cy="100584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40AF"/>
                </a:solidFill>
                <a:latin typeface="Arial"/>
              </a:rPr>
              <a:t>English 11 · Global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87782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UNIT 1: A LONG AND HEALTHY LIFE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8778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English 11 · Global Success · Periods 2–9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Trường THPT · Tổ Ngữ văn – Tiếng Anh · Biên soạn: TTT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OBJECTIVES · MỤC TIÊU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1. A long and healthy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Strong and weak forms of auxiliary verbs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Words about health and fitness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Past simple vs. present perfect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Read, talk, listen and write about healthy living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Offer help; bacteria and viruses (CLIL)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Project: healthy habits poster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WARM-UP · KHỞI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Think, guess and share – Suy nghĩ, dự đoán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1. A long and healthy life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155680" cy="448056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98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Look at these habits: eating fast food, staying up late, jogging every morning, eating fresh vegetables.
Which are healthy? Which are unhealthy? Which ones do you have?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MIND MAP · SƠ ĐỒ TƯ DUY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Unit overview – scan the QR code for the online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1. A long and healthy life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3369056" y="2713024"/>
            <a:ext cx="1294384" cy="1196036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395524" y="2096932"/>
            <a:ext cx="973532" cy="61609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9435" y="1825741"/>
            <a:ext cx="1936089" cy="542381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treatment, strength,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muscles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395524" y="2608371"/>
            <a:ext cx="973532" cy="104653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9435" y="2437891"/>
            <a:ext cx="1936089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suffer from, examine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610154" y="2713024"/>
            <a:ext cx="758902" cy="30607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4805" y="2848620"/>
            <a:ext cx="2365349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balanced diet, bad habits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610154" y="2713024"/>
            <a:ext cx="758902" cy="71680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4805" y="3259348"/>
            <a:ext cx="2365349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work out, life expectancy</a:t>
            </a:r>
          </a:p>
        </p:txBody>
      </p:sp>
      <p:sp>
        <p:nvSpPr>
          <p:cNvPr id="16" name="Oval 15"/>
          <p:cNvSpPr/>
          <p:nvPr/>
        </p:nvSpPr>
        <p:spPr>
          <a:xfrm>
            <a:off x="2566111" y="2474758"/>
            <a:ext cx="1605889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Vocabulary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663440" y="2713024"/>
            <a:ext cx="1294384" cy="1196036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957824" y="1794799"/>
            <a:ext cx="815035" cy="91822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72859" y="1523608"/>
            <a:ext cx="2253081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Past simple: finished,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past time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957824" y="2406949"/>
            <a:ext cx="768807" cy="30607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26631" y="2135758"/>
            <a:ext cx="2345537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Present perfect: since,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for, just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57824" y="2713024"/>
            <a:ext cx="973531" cy="30607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931355" y="2747909"/>
            <a:ext cx="1936089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Weak forms: Do you…?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/də/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824" y="2713024"/>
            <a:ext cx="973531" cy="91822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931355" y="3360059"/>
            <a:ext cx="1936089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Strong forms: Yes, I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do. /duː/</a:t>
            </a:r>
          </a:p>
        </p:txBody>
      </p:sp>
      <p:sp>
        <p:nvSpPr>
          <p:cNvPr id="26" name="Oval 25"/>
          <p:cNvSpPr/>
          <p:nvPr/>
        </p:nvSpPr>
        <p:spPr>
          <a:xfrm>
            <a:off x="4946853" y="2306261"/>
            <a:ext cx="2021941" cy="813526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Grammar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Pronunciation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369056" y="3909060"/>
            <a:ext cx="1294384" cy="1196035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266746" y="4388291"/>
            <a:ext cx="1102310" cy="71680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88213" y="4117101"/>
            <a:ext cx="1678533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Reading: a long &amp;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healthy life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309672" y="5000442"/>
            <a:ext cx="1059384" cy="104653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45287" y="4729251"/>
            <a:ext cx="1764385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Speaking: exercise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instructions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653080" y="5105095"/>
            <a:ext cx="715976" cy="40678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01879" y="5341401"/>
            <a:ext cx="2451201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Listening: food and health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567228" y="5105095"/>
            <a:ext cx="801828" cy="81751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87731" y="5752129"/>
            <a:ext cx="2279497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Writing: a short message</a:t>
            </a:r>
          </a:p>
        </p:txBody>
      </p:sp>
      <p:sp>
        <p:nvSpPr>
          <p:cNvPr id="36" name="Oval 35"/>
          <p:cNvSpPr/>
          <p:nvPr/>
        </p:nvSpPr>
        <p:spPr>
          <a:xfrm>
            <a:off x="2843479" y="4866829"/>
            <a:ext cx="1051153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Skills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63440" y="3909060"/>
            <a:ext cx="1294384" cy="1196035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957824" y="4388291"/>
            <a:ext cx="1274013" cy="71680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231837" y="4217812"/>
            <a:ext cx="1335125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Offering help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5957824" y="4799020"/>
            <a:ext cx="973531" cy="306075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931355" y="4628540"/>
            <a:ext cx="1936089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Bacteria vs. viruses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57824" y="5105095"/>
            <a:ext cx="930605" cy="104653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888429" y="5039268"/>
            <a:ext cx="2021941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Healthy habits poster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57824" y="5105095"/>
            <a:ext cx="1188161" cy="61609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145985" y="5449996"/>
            <a:ext cx="1506829" cy="542381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Eat well – move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– sleep</a:t>
            </a:r>
          </a:p>
        </p:txBody>
      </p:sp>
      <p:sp>
        <p:nvSpPr>
          <p:cNvPr id="46" name="Oval 45"/>
          <p:cNvSpPr/>
          <p:nvPr/>
        </p:nvSpPr>
        <p:spPr>
          <a:xfrm>
            <a:off x="4808169" y="4698331"/>
            <a:ext cx="2299309" cy="813526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Communication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Project</a:t>
            </a:r>
          </a:p>
        </p:txBody>
      </p:sp>
      <p:sp>
        <p:nvSpPr>
          <p:cNvPr id="47" name="Oval 46"/>
          <p:cNvSpPr/>
          <p:nvPr/>
        </p:nvSpPr>
        <p:spPr>
          <a:xfrm>
            <a:off x="3296513" y="3246645"/>
            <a:ext cx="2733852" cy="1324828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UNIT 1 A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LONG AND HEALTHY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LIFE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1463040"/>
            <a:ext cx="2651760" cy="4846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15544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Arial"/>
              </a:rPr>
              <a:t>SCAN FOR THE QUIZ</a:t>
            </a:r>
          </a:p>
        </p:txBody>
      </p:sp>
      <p:pic>
        <p:nvPicPr>
          <p:cNvPr id="50" name="Picture 49" descr="QR_anh_cc_unit1_k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103120"/>
            <a:ext cx="2377440" cy="23774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372600" y="4572000"/>
            <a:ext cx="2560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6 MCQ + 1 True/False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Secure quiz room – answers sealed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trangtu66.github.io/Taode_thi_online/anh_cc_unit1_k11.html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VOCABULARY – HEALTH AND FITNESS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1. A long and healthy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treatment (n): something that helps to cure an illness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strength (n): being physically strong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muscles (n): allow movement of our arms, legs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suffer (from) (v): have a health problem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examine (v): look at someone's body carefully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GRAMMAR – PAST SIMPLE vs. PRESENT PERFECT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1. A long and healthy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Past simple: started and finished in the past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You did a great job yesterday.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Present perfect: still happening now (since, for, so far); very recent (just, recently)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You have done a great job so far. · We have just moved to Hai Phong.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PAST SIMPLE OR PRESENT PERFECT?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1. A long and healthy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He (see) ___ the doctor yesterday.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She (suffer) ___ from a headache, but after treatment, she felt better.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Our living conditions (improve) ___ over the last few decades.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4. The doctor (just, examine) ___ 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Look for time expressions.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PAST SIMPLE OR PRESENT PERFECT?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1. A long and healthy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saw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suffered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have improved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4. has just examined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Finished time → past simple; until now / just → present perfect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HEALTHY HABITS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1. A long and healthy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Match the sections A–C with the headings: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Eat better  2. Exercise regularly  3. Go to bed earlier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4. Develop healthy habits  5. Sleep well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Read the first lines of each section.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HEALTHY HABITS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1. A long and healthy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A – 1. Eat better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B – 2. Exercise regularly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C – 5. Sleep well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Two headings are extra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SPEAKING – STAR JUMPS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1. A long and healthy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Match: 1. To begin with,  2. Then,  3. As you jump,  4. Finally,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a. jump back to your starting position and repeat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b. stand with your arms down at your sides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c. open your legs and move your arms out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d. jump with your feet apart and arms spread 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Follow the pictures 1–4.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SPEAKING – STAR JUMPS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1. A long and healthy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1-b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2-d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3-c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4-a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First – Then – As you… – Finally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CLIL – BACTERIA AND VIRUSES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1. A long and healthy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Complete the table: 1. living or not?  2. which is smaller?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examples of diseases  4. how to treat/prevent?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Read the CLIL text (SB p.16).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CLIL – BACTERIA AND VIRUSES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1. A long and healthy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Bacteria: living · viruses: not living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Viruses are smaller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Bacteria: tuberculosis · viruses: flu, Covid-19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4. Antibiotics · vaccines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Antibiotics don't work on viruses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BÀI TẬP CỦA BẠN · YOUR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463040"/>
            <a:ext cx="41148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anh_cc_unit1_k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9164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trangtu66.github.io/Taode_thi_online/anh_cc_unit1_k11.html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Scan with your phone · 6 multiple-choice + 1 True/False question · Results go to your teacher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1. A long and healthy life</dc:title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