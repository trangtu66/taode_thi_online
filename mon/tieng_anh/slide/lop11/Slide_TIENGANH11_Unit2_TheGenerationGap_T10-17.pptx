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11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2: THE GENERATION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11 · Global Success · Periods 10–17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Contracted forms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about generational differences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Modal verbs: must, have to, should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the generation gap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Ask for and give permission; Asian American families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family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Do you live in a nuclear family or an extended family?
Do you and your grandparents have different views about clothes, jobs or housework?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10154" y="2096932"/>
            <a:ext cx="758902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805" y="1926452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nuclear / extended family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223820" y="2507660"/>
            <a:ext cx="1145236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1139" y="2337181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traditional view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80894" y="2713024"/>
            <a:ext cx="1188162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4065" y="2747909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cultural values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38450" y="2713024"/>
            <a:ext cx="930606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509" y="3158637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generational conflict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1138631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96455" y="1624319"/>
            <a:ext cx="160588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must / have to: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necessary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907491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65315" y="2236469"/>
            <a:ext cx="2068169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mustn't: not allowed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999947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57771" y="2647198"/>
            <a:ext cx="188325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don't have to: not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necessary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801827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59651" y="3259348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Contracted forms: we'll,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don't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09672" y="4287580"/>
            <a:ext cx="1059384" cy="81751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5287" y="4016390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Gen X, Y,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Z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266746" y="4899731"/>
            <a:ext cx="1102310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88213" y="4628540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start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conversation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266746" y="5105095"/>
            <a:ext cx="1102310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88213" y="5240690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family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conflicts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81376" y="5105095"/>
            <a:ext cx="887680" cy="91822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73583" y="5852840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opinion essay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930605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88429" y="4318523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Asking for permission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84475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02577" y="472925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Asian American families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27401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31837" y="5139979"/>
            <a:ext cx="133512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Family survey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844753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02577" y="5550707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Respect &amp; understanding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453688" y="3444194"/>
            <a:ext cx="2419502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2 THE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GENERATION GAP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2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trangtu66.github.io/Taode_thi_online/anh_cc_unit2_k11.html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GENERATIONAL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nuclear family: parents and children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extended family: also grandparents, uncles, aunts…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traditional view · cultural values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common characteristics · generational conflict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digital natives: people born in the era of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MUST, HAVE TO, SHOULD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must / have to: necessary (must – the speaker decides)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mustn't: not allowed · don't have to: not necessary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should / shouldn't: advice, opinion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My grandmother had to do all household chores.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MODAL VERBS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You must / mustn't respect older people.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We don't have to / have to wear uniforms on weekdays. It's the rule.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You should / mustn't ask your parents for permission.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In the past, women had to / must do all the housework.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Necessary? Not allowed? Advice? Past?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MODAL VERBS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must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have to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should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had 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must – have to – should – had 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DIFFERENT GENERATIONS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Tick Gen X, Y or Z: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enjoy working in a team  2. use apps in creative ways  3. critical thinking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plan to have their own businesses  5. known for their curiosity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Find key words in each paragraph.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DIFFERENT GENERATIONS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Z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X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Z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5. 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X: critical thinkers · Y: teamwork, curious · Z: digital natives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START A CONVERSATION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Put A–D in order: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Kevin: Ly, do you live with your extended family?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Yes. My grandparents are over 60…  B. I see. What about your parents?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Yes, I do. I live with my grandparents…  D. That's interesting. Have you noticed any differences…?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Answer the first question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START A CONVERSATION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Present the topic – ask for information – ask for an opinion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PERMISSION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Complete: A. Is it OK  B. I'm afraid not  C. Certainly  D. can I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Lan: Mum, (1) ___ go to my friend's birthday party?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Mother: (2) ___. · Lan: (3) ___ if I stay the night? · Mother: Oh, (4)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Asking → giving → asking → refusing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PERMISSION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2. The generation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Asking – giving – refusing permission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2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trangtu66.github.io/Taode_thi_online/anh_cc_unit2_k11.html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2. The generation gap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