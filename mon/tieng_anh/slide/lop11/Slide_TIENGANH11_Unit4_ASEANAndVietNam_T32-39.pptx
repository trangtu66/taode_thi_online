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11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4: ASEAN AND VIET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11 · Global Success · Periods 32–39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Elision of vowels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and phrases about ASEAN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Gerunds as subjects and objects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ASEAN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Give compliments; New Year festivals in ASEAN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an ASEAN member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How many countries are there in ASEAN?
Can you name their capitals? When did Viet Nam join ASEAN?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266746" y="2096932"/>
            <a:ext cx="1102310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8213" y="1926452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cultural exchange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137968" y="2507660"/>
            <a:ext cx="123108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6991" y="2337181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current issues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052116" y="2713024"/>
            <a:ext cx="1316940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2843" y="2747909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contribution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66746" y="2713024"/>
            <a:ext cx="1102310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8213" y="3158637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leadership skills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1046175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03999" y="1825741"/>
            <a:ext cx="179080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Gerund as subject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507660"/>
            <a:ext cx="722579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80403" y="2236469"/>
            <a:ext cx="243799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Gerund as object: enjoy,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mind…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99994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57771" y="2848620"/>
            <a:ext cx="188325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After prepositions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973531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31355" y="3259348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Elision: diff(e)rent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52598" y="4388291"/>
            <a:ext cx="1016458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361" y="4217812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ASEAN news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10154" y="4799020"/>
            <a:ext cx="758902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4805" y="4628540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giving opinions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24302" y="5105095"/>
            <a:ext cx="844754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0657" y="5039268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ASEAN school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tour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52598" y="5105095"/>
            <a:ext cx="1016458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2361" y="5651418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proposal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059383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17207" y="4217812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Giving compliments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930605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88429" y="4628540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New Year festivals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ASEAN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145235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03059" y="5240690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Colours of ASEAN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059383" cy="71680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17207" y="5651418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Unity in diversity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610863" y="3444194"/>
            <a:ext cx="2105152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4 ASEAN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AND VIET NAM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4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trangtu66.github.io/Taode_thi_online/anh_cc_unit4_k11.html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ASEAN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cultural exchange: sharing traditions and knowledge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current issues: important things happening now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contribution: something you give to help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leadership skills: abilities to lead people to a common goal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qualified · development · goals · volunteer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GERUNDS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Subject: Travelling might satisfy your desire for new experiences.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Complement after be: Her dream job is teaching English.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Object after like, enjoy, mind, involve, suggest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After prepositions: He apologised for not attending the meeting.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REWRITE USING GERUNDS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It is more convenient for students to apply online. → ___ is more convenient.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My sister usually listens to music. → My sister's hobby is ___.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Could you help me translate the documents? → Do you mind ___?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They managed to start a youth programme. → They succeeded in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Gerund as subject / complement / object / after preposition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REWRITE USING GERUNDS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Applying online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listening to music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translating the documents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starting a youth programme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V-ing works as a noun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ASEAN NEWS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Match: 1. relations  2. eye-opening  3. represent  4. live-streamed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shown over the Internet  b. to act officially for another person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the way people or groups behave towards each other  d. surprising because you learn something 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sentences around each word.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ASEAN NEWS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1-c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2-d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3-b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4-a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relations – eye-opening – represent – live-streamed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GIVING OPINIONS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Complete: A. Don't you agree  B. I'm afraid I have to disagree with you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I think they need to understand the current issues  D. the most important thing is to speak English fluently  E. Why do you think 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Opinion → ask why → reason → ask agreement → disagree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GIVING OPINIONS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(5)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I think… / Why do you think so? / I'm afraid I have to disagree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NEW YEAR IN ASEAN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Lunar New Year: countries (1) ___; time: January or February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Buddhist calendar: Laos, Cambodia, Thailand, Myanmar; time (2)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text (SB p.50).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NEW YEAR IN ASEAN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4. ASEAN and Viet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Viet Nam, Singapore, Indonesia, parts of Malaysia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April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Different calendars, shared wishes for good luck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4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trangtu66.github.io/Taode_thi_online/anh_cc_unit4_k11.html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4. ASEAN and Viet Nam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