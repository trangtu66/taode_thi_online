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11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3: CITIES OF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11 · Global Success · Periods 18–25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Linking final consonants to initial vowels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about cities and smart living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Stative verbs in the continuous form; linking verbs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future cities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Express certainty / uncertainty; smart cities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the ideal city of the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Imagine our city in 2050.
How will people travel? Where will they live? What will the buildings look like?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653080" y="1895510"/>
            <a:ext cx="715976" cy="81751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879" y="1725030"/>
            <a:ext cx="245120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city dweller, urban centre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24302" y="2306238"/>
            <a:ext cx="844754" cy="40678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657" y="2135759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traffic jam, skyscraper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37968" y="2713024"/>
            <a:ext cx="1231088" cy="10465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6991" y="2546487"/>
            <a:ext cx="1420977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roof garden,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infrastructure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180894" y="2713024"/>
            <a:ext cx="1188162" cy="71680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4065" y="3158637"/>
            <a:ext cx="1506829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smart / green /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liveable city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861263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9087" y="1725030"/>
            <a:ext cx="2160625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Stative verbs: think,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have…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608371"/>
            <a:ext cx="1184859" cy="10465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42683" y="2337181"/>
            <a:ext cx="151343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He is having a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good time.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722579" cy="40678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80403" y="2949331"/>
            <a:ext cx="2437993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Linking verbs + adj/noun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102309" cy="81751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60133" y="3360059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Linking: lives_in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81376" y="4287580"/>
            <a:ext cx="887680" cy="81751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3583" y="4117101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future cities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481376" y="4698309"/>
            <a:ext cx="887680" cy="40678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3583" y="4527829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Wh-questions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438450" y="5105095"/>
            <a:ext cx="930606" cy="10465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6509" y="4938557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smart city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problems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95524" y="5105095"/>
            <a:ext cx="973532" cy="71680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59435" y="5550707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pros &amp; cons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article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287580"/>
            <a:ext cx="844753" cy="81751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02577" y="4117101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Certainty / uncertainty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1016457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74281" y="4527829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Smart cities in the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world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102309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60133" y="5139979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Ideal city poster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930605" cy="71680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88429" y="5550707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Sustainable, liveable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cities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532276" y="3444194"/>
            <a:ext cx="2262327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3 CITIES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OF THE FUTURE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3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trangtu66.github.io/Taode_thi_online/anh_cc_unit3_k11.html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CITIES AND SMART LIVING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city dweller: a person who lives in the city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traffic jam · urban centre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roof garden: a garden on the top of a building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skyscraper: a very tall, modern building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infrastructure · high-rise buildings · smart sensors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STATIVE VERBS &amp; LINKING VERBS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Stative verbs: think, believe, love, see, have… (state, not action)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My dad has a new car. → He is having a good time.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Linking verbs: be, seem, look, become, appear, sound, taste, smell + adj/noun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My mum looks very tired. · We became friends.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STATIVE OR CONTINUOUS?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I think / am thinking that living in the city is good for young people.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We are thinking / think of moving out of the city.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I don't see / am not seeing the building. It's too far away.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Opinion / perception or action in progress?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STATIVE OR CONTINUOUS?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think (opinion)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are thinking (considering)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don't see (perception)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think = believe → simple; think of = consider → continuous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LINKING VERBS – CORRECT THE MISTAKES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The urban lifestyle seems more excitingly to young people.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The museum looks beauty from a distance.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Widening the road sounds a good solve to traffic problems.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Linking verb + adjective / noun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LINKING VERBS – CORRECT THE MISTAKES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excitingly → exciting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beauty → beautiful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solve →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seem / look / sound + adjective or noun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FUTURE CITIES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True or False?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About 70 million people will live in cities by 2050.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Smart cities use modern technologies to save time.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City dwellers will grow vegetables underground or in roof gardens.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Scan for numbers and key words.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FUTURE CITIES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F – nearly 70 per cent of 10 billion people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Future cities: smarter and more sustainable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SMART CITIES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Where can you…?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book a parking space via a mobile app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have a medical check-up online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pay for the bus with your bank card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unlock a bike from one station and return it to another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about Singapore, Toronto, London, New York, Copenhagen.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SMART CITIES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3. Cities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Singapore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Toronto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London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New York 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Copenhagen: app for cyclists' best route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3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trangtu66.github.io/Taode_thi_online/anh_cc_unit3_k11.html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3. Cities of the future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