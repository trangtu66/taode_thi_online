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English 12 · Global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UNIT 3: GREEN LIVING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English 12 · Global Success · Periods 18–25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Ngữ văn – Tiếng Anh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OBJECTIVES ·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3. Green living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Diphthongs /ɪə/, /eə/, /ʊə/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Words and phrases about green living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Verbs with prepositions; 'which' referring to a whole sentence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Read, talk, listen and write about green living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Make predictions; green festival traditions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Project: eco-friendly leaflet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WARM-UP ·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Think, guess and share – Suy nghĩ, dự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3. Green living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15568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Our school is holding a Green Classroom Competition. The greenest classroom will win an ecotour!
What should our class do to win?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MIND MAP · SƠ ĐỒ TƯ DUY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Unit overview – scan the QR code for the online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3. Green living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180894" y="1996221"/>
            <a:ext cx="1188162" cy="71680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74065" y="1825741"/>
            <a:ext cx="1506829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waste, landfill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266746" y="2507660"/>
            <a:ext cx="1102310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8213" y="2236469"/>
            <a:ext cx="1678533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reuse, packaging,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container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524302" y="2713024"/>
            <a:ext cx="844754" cy="30607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0657" y="2848620"/>
            <a:ext cx="2193645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eco-friendly, decompose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223820" y="2713024"/>
            <a:ext cx="1145236" cy="71680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1139" y="3259348"/>
            <a:ext cx="1592681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carbon footprint</a:t>
            </a:r>
          </a:p>
        </p:txBody>
      </p:sp>
      <p:sp>
        <p:nvSpPr>
          <p:cNvPr id="16" name="Oval 15"/>
          <p:cNvSpPr/>
          <p:nvPr/>
        </p:nvSpPr>
        <p:spPr>
          <a:xfrm>
            <a:off x="2566111" y="2474758"/>
            <a:ext cx="1605889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Vocabulary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996221"/>
            <a:ext cx="861263" cy="71680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19087" y="1825741"/>
            <a:ext cx="2160625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care about, depend on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406949"/>
            <a:ext cx="768807" cy="30607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26631" y="2236469"/>
            <a:ext cx="2345537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Phrasal verbs: turn off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1092403" cy="20536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050227" y="2647198"/>
            <a:ext cx="1698345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…, which + whole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sentence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1231087" cy="71680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88911" y="3259348"/>
            <a:ext cx="1420977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/ɪə/ /eə/ /ʊə/</a:t>
            </a:r>
          </a:p>
        </p:txBody>
      </p:sp>
      <p:sp>
        <p:nvSpPr>
          <p:cNvPr id="26" name="Oval 25"/>
          <p:cNvSpPr/>
          <p:nvPr/>
        </p:nvSpPr>
        <p:spPr>
          <a:xfrm>
            <a:off x="4946853" y="2306261"/>
            <a:ext cx="2021941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Grammar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Pronunciation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610154" y="4287580"/>
            <a:ext cx="758902" cy="81751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44805" y="4016390"/>
            <a:ext cx="2365349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Reading: going green with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plastics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567228" y="4899731"/>
            <a:ext cx="801828" cy="20536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87731" y="4628540"/>
            <a:ext cx="2279497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Speaking: reduce, reuse,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recycle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610154" y="5105095"/>
            <a:ext cx="758902" cy="30607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44805" y="5240690"/>
            <a:ext cx="2365349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Listening: a compost pile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567228" y="5105095"/>
            <a:ext cx="801828" cy="81751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87731" y="5651418"/>
            <a:ext cx="2279497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Writing: problem-solving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report</a:t>
            </a:r>
          </a:p>
        </p:txBody>
      </p:sp>
      <p:sp>
        <p:nvSpPr>
          <p:cNvPr id="36" name="Oval 35"/>
          <p:cNvSpPr/>
          <p:nvPr/>
        </p:nvSpPr>
        <p:spPr>
          <a:xfrm>
            <a:off x="2843479" y="4866829"/>
            <a:ext cx="105115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Skills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489002"/>
            <a:ext cx="1059383" cy="61609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017207" y="4318523"/>
            <a:ext cx="1764385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Making predictions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899731"/>
            <a:ext cx="758901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16725" y="4729251"/>
            <a:ext cx="2365349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Green festival traditions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973531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931355" y="5139979"/>
            <a:ext cx="1936089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Eco-friendly leaflet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1402791" cy="61609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360615" y="5550707"/>
            <a:ext cx="1077569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Zero waste</a:t>
            </a:r>
          </a:p>
        </p:txBody>
      </p:sp>
      <p:sp>
        <p:nvSpPr>
          <p:cNvPr id="46" name="Oval 45"/>
          <p:cNvSpPr/>
          <p:nvPr/>
        </p:nvSpPr>
        <p:spPr>
          <a:xfrm>
            <a:off x="4808169" y="4698331"/>
            <a:ext cx="2299309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Communication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Project</a:t>
            </a:r>
          </a:p>
        </p:txBody>
      </p:sp>
      <p:sp>
        <p:nvSpPr>
          <p:cNvPr id="47" name="Oval 46"/>
          <p:cNvSpPr/>
          <p:nvPr/>
        </p:nvSpPr>
        <p:spPr>
          <a:xfrm>
            <a:off x="3610863" y="3444194"/>
            <a:ext cx="2105152" cy="929731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UNIT 3 GREEN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LIVING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SCAN FOR THE QUIZ</a:t>
            </a:r>
          </a:p>
        </p:txBody>
      </p:sp>
      <p:pic>
        <p:nvPicPr>
          <p:cNvPr id="50" name="Picture 49" descr="QR_anh_cc_unit3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MCQ + 1 True/False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Secure quiz room – answers sealed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trangtu66.github.io/Taode_thi_online/anh_cc_unit3_k12.html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– GREEN LIVING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3. Green living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waste (n): careless use causing loss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landfill (n): land where waste is buried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reuse (v): use something again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packaging (n): materials to wrap things we buy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container (n): a box or bowl to keep things 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3. Green living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Verbs + prepositions: ask about, apply for, agree on, refer to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Phrasal verbs: work out, turn on/off, look for, look after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…, which refers to the whole sentence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More people are recycling, which is good for the environment.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COMBINE WITH WHICH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3. Green living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Plastic takes hundreds of years to decompose. This explains why it is harmful.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Public transport does not pollute the air as much as private vehicles. That's why more people should use it.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All students work hard to clean up the school. The teacher encourages this.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Use ', which' to refer to the whole first sentence.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COMBINE WITH WHICH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3. Green living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…, which explains why it is harmful…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…, which is why more people should consider using it.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…, which the teacher encourages.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Comma + which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GO GREEN WITH PLASTICS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3. Green living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Match information with names: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learnt from a past mistake  2. supported by a local business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learnt the recycling symbols  4. depends on drinking water facilities  5. reuses takeaway 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Read each email extract.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GO GREEN WITH PLASTICS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3. Green living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Binh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Hai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Ha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Phuong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5. Hoang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Small habits – big changes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SPEAKING – REDUCE, REUSE, RECYCLE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3. Green living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Sort into Reduce / Reuse / Recycle: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a. recycled paper  b. sorting paper waste  c. printing on both sides  d. old paper as compost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e. reusable containers  f. smart devices for notes  g. blank side of a sheet  h. avoiding printing  i. keeping paper waste clean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Less use? Use again? Process into new things?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SPEAKING – REDUCE, REUSE, RECYCLE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3. Green living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Reduce: c, e, f, h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Reuse: 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Recycle: a, b, d, 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Save trees, energy and water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EVERYDAY ENGLISH – PREDICTIONS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3. Green living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A. will have a difficult decision  B. is going to impress  C. in the long run  D. It's hard to predict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Nam: (1) ___ who'll win.  Mark: Class 12C's programme (2) ___ the judges.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…lead to healthier lifestyles (3) ___.  Nam: The judges (4) ___ to make.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Certainty level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EVERYDAY ENGLISH – PREDICTIONS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3. Green living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(1) 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(2) B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(3) 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(4)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I guess… / It's likely that… / It's hard to predict…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 · YOUR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anh_cc_unit3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trangtu66.github.io/Taode_thi_online/anh_cc_unit3_k12.html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Scan with your phone · 6 multiple-choice + 1 True/False question · Results go to your teacher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3. Green living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