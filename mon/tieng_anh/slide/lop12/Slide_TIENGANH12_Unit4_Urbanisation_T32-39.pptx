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12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4: URBANISATION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12 · Global Success · Periods 32–39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Unstressed words in connected speech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related to urbanisation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Present perfect; double comparatives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urbanisation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Make complaints; Malaysia &amp; Australia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an urban area in Viet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There used to be a rice field opposite Nam's house. Now there are several high-rise buildings.
How has your neighbourhood changed? Are the changes good or bad?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180894" y="2096932"/>
            <a:ext cx="1188162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4065" y="1926452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afford, housing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052116" y="2507660"/>
            <a:ext cx="1316940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2843" y="2337181"/>
            <a:ext cx="124927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expand, seek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052116" y="2713024"/>
            <a:ext cx="1316940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2843" y="2747909"/>
            <a:ext cx="124927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unemployment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481376" y="2713024"/>
            <a:ext cx="887680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583" y="3158637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urban areas, rush hour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953719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11543" y="1725030"/>
            <a:ext cx="1975713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It's the first time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I have…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608371"/>
            <a:ext cx="1277315" cy="10465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35139" y="2337181"/>
            <a:ext cx="1328521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the best … I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have ever…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046175" cy="40678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03999" y="2949331"/>
            <a:ext cx="1790801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bigger and bigger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907491" cy="81751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65315" y="3360059"/>
            <a:ext cx="2068169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The more…, the more…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95524" y="4388291"/>
            <a:ext cx="973532" cy="71680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9435" y="4117101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Ha Noi then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&amp; now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524302" y="5000442"/>
            <a:ext cx="844754" cy="10465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30657" y="4729251"/>
            <a:ext cx="219364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changes in an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area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438450" y="5105095"/>
            <a:ext cx="930606" cy="40678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6509" y="5341401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radio talk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438450" y="5105095"/>
            <a:ext cx="930606" cy="81751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16509" y="5752129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 line graph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1102309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60133" y="4217812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Making complaints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973531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31355" y="4628540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Malaysia &amp; Australia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145235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03059" y="5039268"/>
            <a:ext cx="1592681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An urban area 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844753" cy="71680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02577" y="5651418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Benefits vs. challenges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060750" y="3641742"/>
            <a:ext cx="3205378" cy="534634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4 URBANISATION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4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trangtu66.github.io/Taode_thi_online/anh_cc_unit4_k12.html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URBAN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afford (v): have enough money to buy or do something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housing (n): houses, flats where people live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expand (v): become larger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seek (v): look for something or somebody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unemployment (n): the number of people without a 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PRESENT PERFECT &amp; DOUBLE COMPARATIVES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It/This is the first/second time + S + have/has + V3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It is the best/worst … + S + have/has ever + V3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Towns are getting bigger and bigger.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The bigger the city gets, the more crowded it becomes.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CLOSEST MEANING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Housing is getting more and more expensive, so many residents can't afford their own place.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The more people move into big cities, the higher the unemployment is.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The more houses are built, the less space we have for plants and trees.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Keep the cause–effect meaning.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CLOSEST MEANING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B (More people moving into big cities causes higher unemployment.)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C (We have less space for plants because more houses are built.)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The more…, the more…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HA NOI THEN AND NOW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 the table: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Area: about (1) ___ sq km (1954) → over 3,000 sq km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Population: about 530,000 → over (2) ___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Transport: (3) ___ and buses → modern buses and (4) ___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Architecture: mainly (5) ___ → more high-rise buildings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Scan for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HA NOI THEN AND NOW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152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8 million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trams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metro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(5) low-rise 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A small city → a modern 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WRITING – A LINE GRAPH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Order the paragraphs about Fantasia: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By contrast, the urban population rose…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B. The line graph shows population trends… Overall,…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C. In 1950, 94 per cent… lived in rural areas…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Overview first, then details.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WRITING – A LINE GRAPH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 – C –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Introduce – describe trends – compare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COMPLAINTS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I promise  B. I want to complain about  C. I'm sorry to have to say this  D. there's nothing we can do about it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Ms Lan: (1) ___, but there is always loud music…  Mai: (2) ___ this will never happen again.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Nam: Excuse me, (3) ___ the bus services.  Conductor: I'm sorry, but (4) 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Complaint → positive / negative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COMPLAINTS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4. Urbanisation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Making complaints – responding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4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4. Urbanisation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