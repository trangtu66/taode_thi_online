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12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1: LIFE STORIES WE ADMIRE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12 · Global Success · Periods 2–9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Diphthongs /eɪ/ and /əʊ/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Phrases related to life stories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Past simple vs. past continuous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inspiring people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Express pleasure; famous queens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a visual 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Look at the photo of Dang Thuy Tram.
Who was she? Why do many people admire her?
Whose life story do you admire?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524302" y="1996221"/>
            <a:ext cx="844754" cy="71680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0657" y="1825741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attend school / college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352598" y="2507660"/>
            <a:ext cx="1016458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361" y="2236469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have a happy /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difficult childhood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137968" y="2713024"/>
            <a:ext cx="1231088" cy="30607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6991" y="2848620"/>
            <a:ext cx="1420977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be admired for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481376" y="2713024"/>
            <a:ext cx="887680" cy="71680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3583" y="3259348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impressive achievement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996221"/>
            <a:ext cx="722579" cy="71680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80403" y="1825741"/>
            <a:ext cx="2437993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Past simple: main events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406949"/>
            <a:ext cx="676351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34175" y="2236469"/>
            <a:ext cx="2530449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Past continuous: settings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316939" cy="10465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74763" y="2647198"/>
            <a:ext cx="1249273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when / while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1188161" cy="61609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45985" y="3057926"/>
            <a:ext cx="1506829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/eɪ/ age · /əʊ/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hero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52598" y="4489002"/>
            <a:ext cx="1016458" cy="61609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361" y="4318523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Steve Jobs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610154" y="4899731"/>
            <a:ext cx="758902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44805" y="4729251"/>
            <a:ext cx="2365349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national heroes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481376" y="5105095"/>
            <a:ext cx="887680" cy="20536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73583" y="5139979"/>
            <a:ext cx="2107793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Walt Disney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95524" y="5105095"/>
            <a:ext cx="973532" cy="61609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59435" y="5550707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a biography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489002"/>
            <a:ext cx="1016457" cy="61609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974281" y="4318523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Expressing pleasure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899731"/>
            <a:ext cx="1016457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974281" y="4729251"/>
            <a:ext cx="1850237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Queens of the world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231087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188911" y="5139979"/>
            <a:ext cx="1420977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 visual story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102309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060133" y="5550707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Learn from heroes</a:t>
            </a:r>
          </a:p>
        </p:txBody>
      </p:sp>
      <p:sp>
        <p:nvSpPr>
          <p:cNvPr id="46" name="Oval 45"/>
          <p:cNvSpPr/>
          <p:nvPr/>
        </p:nvSpPr>
        <p:spPr>
          <a:xfrm>
            <a:off x="4669485" y="4866829"/>
            <a:ext cx="2576677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Culture &amp; 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217925" y="3444194"/>
            <a:ext cx="2891028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1 LIFE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STORIES WE ADMIRE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1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trangtu66.github.io/Taode_thi_online/anh_cc_unit1_k12.html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LIFE STORIES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(to) attend school/college: go to school/college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(to) have a happy/difficult childhood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(to be) admired for: respected because of something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(to) have a long marriage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impressive achievement: something amazing done successfully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PAST SIMPLE vs. PAST CONTINUOUS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Past simple: completed actions; main events in a story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 read a good book last night.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Past continuous: action in progress at a point in the past; story settings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I was reading a book when the phone rang. · While I was reading, my mother was watching TV.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PAST SIMPLE OR CONTINUOUS?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My dad watched / was watching a documentary at 9 p.m. on 30 April.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It snowed / was snowing heavily, and icy winds were blowing / blew across the city.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She finished / was finishing school and applied / was applying to college at 18.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4. My father started / was starting his business and became / was becoming very successful.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Point of time / setting → continuous; completed sequence → simple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PAST SIMPLE OR CONTINUOUS?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was watching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was snowing; were blowing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finished; applied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4. started; became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Setting vs. main 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STEVE JOBS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 the timeline (ONE word):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1955: born in San Francisco; (1) ___ by the Jobs' family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1976: started (2) ___ Computers · 1986: bought a (3) ___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1997–2010: helped invent new (4) ___ · 2011: died of (5) 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Scan for the years.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STEVE JOBS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adopted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Apple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company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products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(5) cancer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A creative genius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QUEENS OF THE WORLD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 the table: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Elizabeth I – country (1) ___ · Catherine II – country (2) ___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Cleopatra VII – years as queen (3) ___ · Catherine II – years (4) 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dates carefully.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CULTURE – QUEENS OF THE WORLD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England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Russia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21 years (51–30 BC)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34 years (1762–1796)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Determined, intelligent rulers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LOOKING BACK – GRAMMAR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Correct the mistake: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When I was looking for books, I was finding an interesting biography.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At the age of 16, Walt Disney was dropping out of school.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Vo Thi Sau was caught while she tried to attack French soldiers.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Which action is completed? Which is in progress?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LOOKING BACK – GRAMMAR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12 · Unit 1. Life stories we admire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was finding → found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was dropping → dropped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tried → was trying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Shorter action – past simple; longer action – past continuous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1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1. Life stories we admire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