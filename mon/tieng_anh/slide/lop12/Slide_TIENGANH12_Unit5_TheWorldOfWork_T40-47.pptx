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12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5: THE WORLD OF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12 · Global Success · Periods 40–47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Stressing auxiliary and modal verbs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related to work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Simple, compound and complex sentences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jobs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Express anxiety; unusual jobs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student part-time jobs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Lan's dad works night shifts in a factory. Mark's dad has a nine-to-five job as an accountant.
What do your parents do? What job would you like to do in the future?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481376" y="2096932"/>
            <a:ext cx="887680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3583" y="1926452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challenging, rewarding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24302" y="2507660"/>
            <a:ext cx="844754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657" y="2337181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relevant, bonus, employ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80894" y="2713024"/>
            <a:ext cx="1188162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4065" y="2747909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shift, overtime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223820" y="2713024"/>
            <a:ext cx="1145236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1139" y="3158637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nine-to-five job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895510"/>
            <a:ext cx="999947" cy="81751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57771" y="1725030"/>
            <a:ext cx="188325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Simple: one clause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306238"/>
            <a:ext cx="768807" cy="40678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6631" y="2135759"/>
            <a:ext cx="234553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Compound: and, but, so…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768807" cy="10465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26631" y="2546487"/>
            <a:ext cx="234553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Complex: when, because,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although…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715975" cy="71680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73799" y="3158637"/>
            <a:ext cx="2451201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Stressed auxiliaries: Yes,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 can.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95524" y="4287580"/>
            <a:ext cx="973532" cy="81751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9435" y="4117101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job adverts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567228" y="4799020"/>
            <a:ext cx="801828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7731" y="4527829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opinions about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jobs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481376" y="5105095"/>
            <a:ext cx="887680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3583" y="5139979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job enquiry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95524" y="5105095"/>
            <a:ext cx="973532" cy="71680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59435" y="5550707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application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letter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489002"/>
            <a:ext cx="1059383" cy="61609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17207" y="4318523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Expressing anxiety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1316939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274763" y="4729251"/>
            <a:ext cx="124927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Unusual jobs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887679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845503" y="5139979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Student part-time jobs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145235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03059" y="5550707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Respect all jobs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532276" y="3444194"/>
            <a:ext cx="2262327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5 THE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WORLD OF WORK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5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trangtu66.github.io/Taode_thi_online/anh_cc_unit5_k12.html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challenging: difficult in an interesting way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relevant: related to a subject being discussed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bonus: money added as a reward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employ: have someone work for you and pay them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rewarding: worth doing, satisfying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SENTENCE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Simple: one independent clause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Compound: and, but, or, nor, yet, so; not only … but also; as a result, moreover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Complex: independent + dependent clause (when, while, because, although, if, so that)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When I was younger, I wanted to become a driver.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COMBINE THE SENTENCES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He left school with no qualifications. He found a well-paid job. (although)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People learn English well. They will have a better chance of getting a job. (if)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This job requires good language skills. It also requires communication skills. (not only … but also)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My dad attended a cooking course. He can open his own restaurant. (so that)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Choose the correct position of the conjunction.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COMBINE THE SENTENCES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Although he left school…, he found…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If people learn English well, they will…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…requires not only good language skills but also…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…so that he could open his own restaurant.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Contrast – condition – addition – purpose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JOB ADVERTS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Which job is most suitable for: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a person without knowledge or skills  b. a woman who loves kids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c. someone free at weekends for unpaid work  d. a person who speaks English very well  e. someone interested in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requirements in each advert.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JOB ADVERTS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a. 3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b. 5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c. 2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d. 4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e.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Match people with job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OPINIONS ABOUT JOBS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Use the adjectives: boring, challenging, demanding, exciting, important, lonely, repetitive, rewarding, stressful, tiring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Describe: teaching assistant, event volunteer, product reviewer, shop assistant, babysitter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Think about the main responsibilities.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OPINIONS ABOUT JOBS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Teaching assistant: rewarding, interesting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Event volunteer: exciting, tiring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Shop assistant: repetitive, tiring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Babysitter: challenging, demanding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I think… / It seems like… / Personally, I'd rather…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ANXIETY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Don't worry. You'll be fine  B. I'm really nervous about it  C. stop worrying about it  D. I'm so worried about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Minh: I've got an interview tomorrow and (1) ___.  Nam: Oh, (2) ___.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Mai: (3) ___ the presentation.  Mark: (4) ___. I think you'll do it well.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Anxiety → comfort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ANXIETY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5. The world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Expressing anxiety – responding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5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5. The world of work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