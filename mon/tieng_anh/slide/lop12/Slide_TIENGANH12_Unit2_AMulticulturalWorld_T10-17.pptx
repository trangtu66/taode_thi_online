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12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2: A MULTICULTURAL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12 · Global Success · Periods 10–17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Diphthongs /ɔɪ/, /aɪ/, /aʊ/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related to cultural diversity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Articles (review and extension)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cultures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Make introductions; culture shock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introduce a culture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Kimchi, sushi, fish and chips, bun cha …
Which countries do these dishes come from?
Which one would you like to try at an International Cultural Festival?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309672" y="2096932"/>
            <a:ext cx="1059384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5287" y="1926452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origin, popularity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438450" y="2507660"/>
            <a:ext cx="930606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509" y="2337181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identity, festivities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137968" y="2713024"/>
            <a:ext cx="1231088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6991" y="2747909"/>
            <a:ext cx="142097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trend, cuisine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09672" y="2713024"/>
            <a:ext cx="1059384" cy="61609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5287" y="3158637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cultural diversity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895510"/>
            <a:ext cx="999947" cy="81751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57771" y="1725030"/>
            <a:ext cx="188325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a/an: not specific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406949"/>
            <a:ext cx="768807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6631" y="2135759"/>
            <a:ext cx="234553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the: unique, mentioned,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the UK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999947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57771" y="2747909"/>
            <a:ext cx="188325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Ø: general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plural/uncountable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231087" cy="81751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88911" y="3360059"/>
            <a:ext cx="142097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/ɔɪ/ /aɪ/ /aʊ/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81376" y="4287580"/>
            <a:ext cx="887680" cy="81751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3583" y="4117101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globalisation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309672" y="4799020"/>
            <a:ext cx="1059384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5287" y="4527829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Cultural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Diversity Day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24302" y="5105095"/>
            <a:ext cx="844754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30657" y="5139979"/>
            <a:ext cx="219364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Halloween in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Viet Nam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481376" y="5105095"/>
            <a:ext cx="887680" cy="81751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73583" y="5752129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opinion essay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489002"/>
            <a:ext cx="973531" cy="61609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931355" y="4318523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Making introductions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1274013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231837" y="4729251"/>
            <a:ext cx="133512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Culture shock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016457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74281" y="5139979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Introduce a culture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102309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060133" y="5550707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Keep our identity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060750" y="3444194"/>
            <a:ext cx="3205378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2 A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MULTICULTURAL WORLD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2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trangtu66.github.io/Taode_thi_online/anh_cc_unit2_k12.html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CULTURAL DIVERSITY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origin: where something starts to exist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popularity: being liked by many people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identity: what makes people different from others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festivities: activities to celebrate an event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trend: a general direction of change · cuisine: a style of cooking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a/an: singular countable nouns, not specific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the: only one; already mentioned; instruments; the UK, the US; oceans, mountain ranges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Ø: plural/uncountable nouns used generally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Tigers are endangered animals. · The Pacific is the largest ocean.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ARTICLES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One tradition is admiring full moon / the full moon.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Charles Lindbergh flew solo across Atlantic / the Atlantic.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The Vietnamese women / Vietnamese women usually wear ao dai.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Many students go to study in US / the US.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5. My parents have never been to Rome / the Rome.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Unique? Ocean? General? Country name? City?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ARTICLES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the full moon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the Atlantic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Vietnamese women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the US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5. Rome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the – the – Ø – the – 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GLOBALISATION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 sections A–C with headings: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Discovering K-pop music  2. Blending fashion styles  3. Fast food popularity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No borders for music  5. Variety of cuisines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first sentence of each section.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GLOBALISATION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A – 5. Variety of cuisines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 – 4. No borders for music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 – 2. Blending fashion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Two headings are extra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SHOCK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Tick (✓) or cross (✗):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The US – tipping  2. Japan – tipping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The UK – driving on the left  4. Singapore – chewing gum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text (SB p.29).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SHOCK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✓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✗ (can be rude)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✓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✗ (sale is illegal)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Learn before you go – keep an open mind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INTRODUCTIONS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It's nice to meet you all  B. I'd like you to meet  C. this is  D. Pleased to meet you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Ms Hoa: Good morning, class. (1) ___ Mr Paul Smith.  Mr Smith: Hello, everyone. (2) ___.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Mai: Nam, (3) ___ Alan Samson.  Nam: (4) ___, Alan.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Formal → informal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INTRODUCTIONS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2. A multicultural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Introducing people – responding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2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2. A multicultural world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