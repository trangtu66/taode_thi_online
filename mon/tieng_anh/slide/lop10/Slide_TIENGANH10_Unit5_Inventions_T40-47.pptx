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10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5: INVENTIONS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10 · Global Success · Periods 40–47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Stress in three-syllable nouns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and phrases about inventions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Present perfect; gerunds and to-infinitives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inventions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Make and respond to requests; computer hardware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inventions for the classroom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Which invention do you use most for studying – a laptop or a smartphone?
How has it changed the way you learn?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481376" y="1996221"/>
            <a:ext cx="887680" cy="71680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3583" y="1825741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experiment, laboratory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309672" y="2406949"/>
            <a:ext cx="1059384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5287" y="2236469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devices, equipment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09672" y="2713024"/>
            <a:ext cx="1059384" cy="10465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5287" y="2647198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hardware, software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52598" y="2713024"/>
            <a:ext cx="1016458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361" y="3057926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useful, convenient,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valuable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2096932"/>
            <a:ext cx="676351" cy="61609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34175" y="1825741"/>
            <a:ext cx="253044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Present perfect: have/has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+ V3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608371"/>
            <a:ext cx="630123" cy="10465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7947" y="2437891"/>
            <a:ext cx="262290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enjoy/avoid/finish + V-ing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630123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7947" y="2848620"/>
            <a:ext cx="262290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want/decide/allow + to-inf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930605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88429" y="3259348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in'vention · 'holiday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52598" y="4287580"/>
            <a:ext cx="1016458" cy="81751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361" y="4016390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Artificial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Intelligence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481376" y="4899731"/>
            <a:ext cx="887680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3583" y="4628540"/>
            <a:ext cx="210779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inventions &amp;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uses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438450" y="5105095"/>
            <a:ext cx="930606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6509" y="5240690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RoboVacuum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24302" y="5105095"/>
            <a:ext cx="844754" cy="81751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30657" y="5651418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benefits of an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invention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188161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45985" y="4217812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Making requests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801827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59651" y="4628540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Computer hardware (CLIL)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059383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17207" y="5039268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Inventions for the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classroom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059383" cy="71680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17207" y="5651418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Use AI responsibly</a:t>
            </a:r>
          </a:p>
        </p:txBody>
      </p:sp>
      <p:sp>
        <p:nvSpPr>
          <p:cNvPr id="46" name="Oval 45"/>
          <p:cNvSpPr/>
          <p:nvPr/>
        </p:nvSpPr>
        <p:spPr>
          <a:xfrm>
            <a:off x="4808169" y="4698331"/>
            <a:ext cx="2299309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Communication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217925" y="3641742"/>
            <a:ext cx="2891028" cy="534634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5 INVENTIONS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5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trangtu66.github.io/Taode_thi_online/anh_cc_unit5_k10.html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INVENTIONS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experiment · laboratory · equipment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devices: smartphones, tablets, laptops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hardware: the physical parts of a computer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software: the programs used by a computer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useful · convenient · valuable · suitable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PRESENT PERFECT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have / has + past participle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Past action still important now: I have lost my key.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Continuing to now (since/for): They have lived here for a year.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Recently completed (just/recently): He has just finished his homework.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PRESENT PERFECT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They just found / have just found a suitable solution.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Since people invented / have invented the first computer, they create / have created many more inventions.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 woman is angry because her son lost / has lost his smartphone.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just / since / result now → present perfect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PRESENT PERFECT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have just found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invented; have created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has lost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have/has + V3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GERUNDS &amp; TO-INFINITIVES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avoid, enjoy, finish + V-ing; gerund as subject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 enjoy cooking. · Learning English is fun.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want, decide, allow + to-infinitive; It's + adj + to-inf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It's fun to learn English.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like, love, hate + V-ing / to-inf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GERUND OR TO-INFINITIVE?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Many children enjoy (use) ___ modern devices.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I decided (study) ___ computer science.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(Play) ___ language games on a smartphone is fun.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It is very convenient (study) ___ with a smartphone.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Check the verb or structure before the gap.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GERUND OR TO-INFINITIVE?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using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to study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Playing / To play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to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enjoy + V-ing; decide + to-inf; It's + adj + to-inf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ARTIFICIAL INTELLIGENCE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Read the text (SB p.55):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Choose the best title.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True/False: Sophia can show emotions; AI helps machines think and act like humans;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AI is one of the most important inventions of the 20th century.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first and last paragraphs for the main idea.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ARTIFICIAL INTELLIGENCE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C. AI in use today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T – T – F (21st century)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AI is used at home, in transport and at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CLIL – COMPUTER HARDWARE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Match: 1. processor  2. RAM  3. displayed  4. storage space  5. store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shown  b. keep something and use it later  c. controls all other parts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d. a type of computer memory  e. the amount of information a computer can keep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CLIL text carefully.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CLIL – COMPUTER HARDWARE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5. Inventions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1-c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2-d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3-a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4-e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Processor – RAM – storage space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5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trangtu66.github.io/Taode_thi_online/anh_cc_unit5_k10.html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5. Inventions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