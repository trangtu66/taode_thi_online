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10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1: FAMILY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10 · Global Success · Periods 2–9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Pronounce /br/, /kr/, /tr/ correctly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Use words and phrases about family life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Present simple vs. present continuous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speak, listen and write about family life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Express opinions; British family values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Family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Who does the housework in your family?
Look at the list: cooking, doing the laundry, shopping for groceries, putting out the rubbish, doing the heavy lifting.
Who usually does each chore? What is he/she doing now?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481376" y="1996221"/>
            <a:ext cx="887680" cy="71680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3583" y="1825741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breadwinner, homemaker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67228" y="2406949"/>
            <a:ext cx="801828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731" y="2236469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groceries, heavy lifting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23820" y="2713024"/>
            <a:ext cx="1145236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1139" y="2647198"/>
            <a:ext cx="1592681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do the laundry /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washing-up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52598" y="2713024"/>
            <a:ext cx="1016458" cy="71680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361" y="3259348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put out the rubbish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815035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72859" y="1825741"/>
            <a:ext cx="2253081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Present simple: habits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768807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6631" y="2236469"/>
            <a:ext cx="234553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Present continuous: now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016457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74281" y="2647198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No stative verbs 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-ing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231087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88911" y="3259348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/br/ /kr/ /tr/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95524" y="4388291"/>
            <a:ext cx="973532" cy="71680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9435" y="4117101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benefits of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housework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53080" y="4899731"/>
            <a:ext cx="715976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01879" y="4729251"/>
            <a:ext cx="245120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should/shouldn't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10154" y="5105095"/>
            <a:ext cx="758902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44805" y="5139979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family support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67228" y="5105095"/>
            <a:ext cx="801828" cy="71680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87731" y="5550707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family routines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email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016457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74281" y="4217812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Expressing opinions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930605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88429" y="4628540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British family values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059383" cy="10465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17207" y="5039268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Family Day 28 June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930605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88429" y="5449996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Share chores = family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bonds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532276" y="3444194"/>
            <a:ext cx="2262327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1 FAMILY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LIFE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1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trangtu66.github.io/Taode_thi_online/anh_cc_unit1_k10.html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FAMILY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breadwinner: someone who earns money to support the family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homemaker: a person who manages a home and raises children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groceries · heavy lifting · housework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put out the rubbish · do the laundry · do the washing-up · shop for groceries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2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 the sentences with: breadwinner, housework, groceries, homemaker, heavy lifting.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My mother is a ___. 2. I used to shop for ___ at this supermarket. 3. My eldest son is strong enough to do the ___.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Hanna hates doing ___ except cooking. 5. Mr Lewis is the ___ of the family.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definitions in Vocabulary 1 again.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2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homemaker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groceries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heavy lifting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housework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breadwinner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homemaker – groceries – heavy lifting – housework – breadwinner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PRESENT SIMPLE vs. PRESENT CONTINUOUS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Present simple: habits / things we do regularly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My mother cooks every day.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Present continuous: actions happening now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My mother isn't cooking now. She's working in her office.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No continuous with stative verbs: like, love, need, want, know, agree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2 – MRS LAM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Put the verbs in the present simple or present continuous: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Every day, she (1. do) ___ most of the housework. But today is Mother's Day, so Mrs Lam (2. not do) ___ any housework.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At the moment, she (3. watch) ___ TV. Her children (4. do) ___ the cooking and her husband (5. tidy up) ___ the house. Everybody (6. try) ___ hard.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Find the time signals: every day / today / at the moment.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2 – MRS LAM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does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isn't doing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is watching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are doing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is tidying up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6. is trying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Habits → present simple; now → present continuous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BENEFITS OF DOING HOUSEWORK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Read the text (SB p.11) and answer: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What do most people think about housework?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Why don't many parents make their children do housework?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What life skills can children learn?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Scan for key words: most people, parents, life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BENEFITS OF DOING HOUSEWORK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Boring; the responsibility of wives and mothers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So that they have more time to play or study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Doing the laundry, cleaning the house, taking care of others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Housework builds life skills, responsibility and family bonds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SHOULD OR SHOULDN'T?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Put the reasons in the correct column (SB p.12):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develop life skills  2. take responsibility  3. need plenty of playtime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may break things  5. strengthen family bonds  6. need time to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Positive effects → Should.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SHOULD OR SHOULDN'T?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Should: 1, 2, 5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Shouldn't: 3, 4,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Use: I think… / I'm afraid… / I strongly believe that…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BRITISH FAMILY VALUES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Read the text (SB p.16) and list the five family values of British people in the 21st century.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They are listed in order: on top, third, fourth and fifth.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BRITISH FAMILY VALUES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being truthful and honest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respecting older people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having good table manners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saying please and thank you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helping with family chores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Five traditional values are still important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LOOKING BACK – GRAMMAR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Find and correct the mistake: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I'm writing to tell you how much I'm wanting to see you.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Jack is away, so now I look after his dog.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Nam's often looking untidy.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She can't answer the phone now. She cooks dinner.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Stative verbs? Time signals 'now', 'often'?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LOOKING BACK – GRAMMAR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1. Family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wanting → want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look → am looking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is often looking → often looks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cooks → is cooking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Check stative verbs and time signals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1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trangtu66.github.io/Taode_thi_online/anh_cc_unit1_k10.html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1. Family life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