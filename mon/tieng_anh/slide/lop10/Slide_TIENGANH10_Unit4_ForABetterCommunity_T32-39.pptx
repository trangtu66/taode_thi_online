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10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4: FOR A BETTER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10 · Global Success · Periods 32–39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Stress in two-syllable words with the same spelling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about community development; -ed/-ing, -ful/-less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Past simple vs. past continuous with when/while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volunteering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Express feelings; Save the Children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a volunteer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Have you ever done volunteer work?
What volunteer activities are there in your community?
How do they help people?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309672" y="1895510"/>
            <a:ext cx="1059384" cy="81751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5287" y="162431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donate, volunteer,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generous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180894" y="2406949"/>
            <a:ext cx="1188162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4065" y="2236469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remote, benefit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95524" y="2713024"/>
            <a:ext cx="973532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9435" y="2647198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-ed / -ing: excited,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exciting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38450" y="2713024"/>
            <a:ext cx="930606" cy="81751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509" y="3259348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-ful / -less: useful,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useless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768807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6631" y="1624319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continuous: longer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action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507660"/>
            <a:ext cx="676351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34175" y="2236469"/>
            <a:ext cx="253044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simple: interrupting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316939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74763" y="2848620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when / while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930605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88429" y="3259348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'record (n) – re'cord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(v)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10154" y="4186869"/>
            <a:ext cx="758902" cy="91822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805" y="4016390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a volunteer club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438450" y="4698309"/>
            <a:ext cx="930606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6509" y="4427118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benefits of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volunteering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95524" y="5105095"/>
            <a:ext cx="973532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9435" y="5039268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volunteer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positions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95524" y="5105095"/>
            <a:ext cx="973532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9435" y="5651418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application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letter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1016457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74281" y="4318523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Expressing feelings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1102309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060133" y="4729251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Save the Children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016457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74281" y="5139979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 volunteer project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059383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17207" y="5550707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Kindness &amp; sharing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139338" y="3444194"/>
            <a:ext cx="3048203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4 FOR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 BETTER COMMUNITY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4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trangtu66.github.io/Taode_thi_online/anh_cc_unit4_k10.html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COMMUNITY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donate (v): give money, food, clothes to a charity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volunteer (n): a person who works without being paid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generous (adj): giving freely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remote (adj): far away from other places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benefit (v): be useful to somebody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ADJECTIVE SUFFIXES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-ful: full of (useful, careful)  ·  -less: without (useless, endless)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-ed: how people feel (excited, interested)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-ing: things causing the feeling (exciting, interesting)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 am interested in community development activities.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ADJECTIVE SUFFIXES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Choose: 1. We need to be careful / careless when we record the donations.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I am interested / interesting in community activities.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There are excited / exciting volunteering opportunities.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Last year, I was hopeful / hopeless at maths.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Feeling (-ed) or cause (-ing)? Full of (-ful) or without (-less)?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ADJECTIVE SUFFIXES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careful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interested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exciting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hopeless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careful – interested – exciting – hopeless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PAST SIMPLE vs. PAST CONTINUOUS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continuous: a longer action in progress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simple: a shorter action that interrupted it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 was reading an article when she called.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While I was reading an article, she called.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WITH WHEN / WHILE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They were cleaning the streets. It started to rain.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I was watching TV. I saw the floods and landslides in the area.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Tim was searching for employment opportunities. He found a job advert.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Longer action → past continuous; interrupting action → past simple.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WITH WHEN / WHILE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They were cleaning the streets when it started to rain.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While I was watching TV, I saw the floods…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While Tim was searching…, he found a job advert…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when + past simple; while + past continuous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THE VOLUNTEER CLUB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Match: 1. various  2. participate  3. items  4. raised  5. delivering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objects or things  b. taking things to someone  c. several different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d. to take part in an activity  e. collected money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sentence with each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THE VOLUNTEER CLUB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1-c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2-d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3-a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4-e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various – participate – items – raised – delivering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SAVE THE CHILDREN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diagram (SB p.50):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now working in (1) ___ countries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helps teachers (2) ___ in their classrooms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creates opportunities for children in remote areas (3) ___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offers training on (4)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the text for numbers and key phrases.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SAVE THE CHILDREN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4. For a better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120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improve teaching skills and use digital technology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to go to school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life-saving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Set up in the UK in 1919; in Viet Nam since 1990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4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trangtu66.github.io/Taode_thi_online/anh_cc_unit4_k10.html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4. For a better community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