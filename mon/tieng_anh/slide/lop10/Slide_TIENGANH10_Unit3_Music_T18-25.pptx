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10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3: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10 · Global Success · Periods 18–25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Stress in two-syllable words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Use words and phrases about music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Compound sentences; to-infinitives &amp; bare infinitives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music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Make and respond to suggestions; chau van singing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traditional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Who is your favourite singer?
What musical instruments can he or she play?
How did he or she become famous?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567228" y="2096932"/>
            <a:ext cx="801828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7731" y="1926452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perform, judge, audience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223820" y="2507660"/>
            <a:ext cx="1145236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1139" y="2337181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talented, single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52598" y="2713024"/>
            <a:ext cx="101645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361" y="2747909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musical instruments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52598" y="2713024"/>
            <a:ext cx="1016458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361" y="3158637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upload, online star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768807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6631" y="1624319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Compound: and, or, but,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so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507660"/>
            <a:ext cx="953719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11543" y="2236469"/>
            <a:ext cx="197571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V + to-inf: decide,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hope…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277315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35139" y="2848620"/>
            <a:ext cx="132852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make / let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bare inf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715975" cy="91822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73799" y="3460770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Stress: 'singer / per'form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81376" y="4388291"/>
            <a:ext cx="887680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3583" y="4217812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American Idol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395524" y="4899731"/>
            <a:ext cx="973532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9435" y="4628540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a TV music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show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10154" y="5105095"/>
            <a:ext cx="758902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44805" y="5240690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music festival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180894" y="5105095"/>
            <a:ext cx="1188162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4065" y="5651418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blog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1059383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17207" y="4318523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Making suggestions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1145235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103059" y="4729251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Chau van singing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758901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16725" y="5139979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Traditional music project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930605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88429" y="5550707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Love Vietnamese music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610863" y="3641742"/>
            <a:ext cx="2105152" cy="534634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3 MUSIC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3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trangtu66.github.io/Taode_thi_online/anh_cc_unit3_k10.html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perform (v): sing, dance or play to entertain people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judge (n): a person who decides the results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audience (n): people who watch or listen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talented (adj): having a natural ability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single (n): a recording with one song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COMPOUND SENTENCES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Clause 1 + , and / or / but / so + Clause 2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It was raining, but they still went to the outdoor show.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and: adding · but: contrast · or: choice · so: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COMPOUND SENTENCES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 am a jazz fan. My favourite style is from the late 1960s. (and/but)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Jackson wants to go to the festival. He has a maths exam on that day. (but/so)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You can book online. You can buy them at the stadium. (but/or)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The concert didn't happen. We stayed at home. (or/so)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Relationship: adding, contrast, choice or result?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COMPOUND SENTENCES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…, and my favourite style is…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…, but he has a maths exam…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…, or you can buy them…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…, so we stayed at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and – but – or – 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INFINITIVES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decide, expect, plan, want, promise, agree, hope, ask + to-infinitive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make, let, hear, notice + object + bare infinitive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Her fans planned to send her a present.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Their performance made us fall asleep.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INFINITIVES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Her fans planned (send) ___ her a present.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Their performance was so boring that it made us (fall) ___ asleep.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band decided (delay) ___ their concert.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Her parents won't let her (watch) ___ such TV shows.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plan/decide + to-inf; make/let + bare inf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INFINITIVES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to send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fall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to delay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watch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to send – fall – to delay – watch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AMERICAN IDOL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Match: 1. series  2. identify with  3. in search of  4. eliminated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feel similar to and understand  b. a set of programmes on the same subject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removed from the competition  d. looking 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sentences around each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AMERICAN IDOL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1-b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2-a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3-d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4-c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series – identify with – in search of – eliminated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CHAU VAN SINGING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Read the passage (SB p.35) and complete the mind map: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Origin – Typical types – Main instruments – Costumes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Find the information in each paragraph.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CHAU VAN SINGING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10 · Unit 3.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Origin: 16th century, Northern Delta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Types: hat tho, hat hau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Instruments: moon-shaped lute, bamboo clappers, drum, gong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Costumes: clothes, hats, belts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Part of Vietnamese national culture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3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trangtu66.github.io/Taode_thi_online/anh_cc_unit3_k10.html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3. Music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