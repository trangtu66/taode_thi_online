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1. Vị trí địa lí và phạm vi lãnh thổ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……………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Xác định vị trí địa lí VN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Mô tả phạm vi lãnh thổ &amp; vùng biển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ý nghĩa vị trí địa lí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1. Vị trí địa lí và phạm vi lãnh thổ</a:t>
            </a:r>
          </a:p>
        </p:txBody>
      </p:sp>
      <p:pic>
        <p:nvPicPr>
          <p:cNvPr id="5" name="Picture 4" descr="_qr_dia_cc_bai1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154458" y="2043450"/>
            <a:ext cx="1354399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09721" y="1867849"/>
            <a:ext cx="1344736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Múi giờ GMT+7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369088" y="2570251"/>
            <a:ext cx="1139769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5091" y="2293940"/>
            <a:ext cx="1773996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Tiếp giáp TQ, Lào,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Cambodia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154458" y="2670962"/>
            <a:ext cx="1354399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9721" y="2921452"/>
            <a:ext cx="1344736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Bờ biển 3 260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km</a:t>
            </a:r>
          </a:p>
        </p:txBody>
      </p:sp>
      <p:sp>
        <p:nvSpPr>
          <p:cNvPr id="13" name="Oval 12"/>
          <p:cNvSpPr/>
          <p:nvPr/>
        </p:nvSpPr>
        <p:spPr>
          <a:xfrm>
            <a:off x="2839791" y="2259078"/>
            <a:ext cx="1338132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Vị trí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tọa độ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144161"/>
            <a:ext cx="1569029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80243" y="1968560"/>
            <a:ext cx="915476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Nội thủy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268547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79761" y="2394651"/>
            <a:ext cx="1516440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Lãnh hải 12 hải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lý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311473" cy="52680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22687" y="3022163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EEZ 200 hải lý</a:t>
            </a:r>
          </a:p>
        </p:txBody>
      </p:sp>
      <p:sp>
        <p:nvSpPr>
          <p:cNvPr id="21" name="Oval 20"/>
          <p:cNvSpPr/>
          <p:nvPr/>
        </p:nvSpPr>
        <p:spPr>
          <a:xfrm>
            <a:off x="5264779" y="2427575"/>
            <a:ext cx="1892868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Vùng biển VN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068606" y="4711796"/>
            <a:ext cx="1440251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5573" y="4536196"/>
            <a:ext cx="1173032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Cầu nối ĐNA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2283236" y="5137886"/>
            <a:ext cx="1225621" cy="10071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0943" y="4962286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Tuyến HH quốc tế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283236" y="5238597"/>
            <a:ext cx="1225621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0943" y="5388376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Bảo vệ chủ quyền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biển đảo</a:t>
            </a:r>
          </a:p>
        </p:txBody>
      </p:sp>
      <p:sp>
        <p:nvSpPr>
          <p:cNvPr id="29" name="Oval 28"/>
          <p:cNvSpPr/>
          <p:nvPr/>
        </p:nvSpPr>
        <p:spPr>
          <a:xfrm>
            <a:off x="2493081" y="4995210"/>
            <a:ext cx="2031552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Ý nghĩa KT–QP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711796"/>
            <a:ext cx="1139769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50983" y="4536196"/>
            <a:ext cx="1773996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Thuộc chủ quyền VN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1214" y="5238597"/>
            <a:ext cx="1053917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265131" y="4962286"/>
            <a:ext cx="1945700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Tầm quan trọng chiến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lược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311473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522687" y="5589798"/>
            <a:ext cx="1430588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Ngư trường lớn</a:t>
            </a:r>
          </a:p>
        </p:txBody>
      </p:sp>
      <p:sp>
        <p:nvSpPr>
          <p:cNvPr id="37" name="Oval 36"/>
          <p:cNvSpPr/>
          <p:nvPr/>
        </p:nvSpPr>
        <p:spPr>
          <a:xfrm>
            <a:off x="4848727" y="4995210"/>
            <a:ext cx="2724972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Hoàng Sa–Trường Sa</a:t>
            </a:r>
          </a:p>
        </p:txBody>
      </p:sp>
      <p:sp>
        <p:nvSpPr>
          <p:cNvPr id="38" name="Oval 37"/>
          <p:cNvSpPr/>
          <p:nvPr/>
        </p:nvSpPr>
        <p:spPr>
          <a:xfrm>
            <a:off x="3959829" y="3089696"/>
            <a:ext cx="1800412" cy="1730166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1. VỊ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TRÍ ĐỊA LÍ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VÀ PHẠM VI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LÃNH THỔ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Vị trí địa lí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Đông Nam Á, bán đảo Đông Dương
Tọa độ: 8°34'B–23°23'B; 102°08'Đ–109°28'Đ
Bờ biển: 3 260 km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Vị trí địa lí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Đông Nam Á, bán đảo Đông Dương
Tọa độ: 8°34'B–23°23'B; 102°08'Đ–109°28'Đ
Bờ biển: 3 260 km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Diện tích đất liền: ~331 212 km²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Ý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Tự nhiên: nhiệt đới ẩm gió mùa
Kinh tế: trên tuyến hàng hải quốc tế
Vùng biển UNCLOS: EEZ 200 hải lý + thềm lục địa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Ý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Tự nhiên: nhiệt đới ẩm gió mùa
Kinh tế: trên tuyến hàng hải quốc tế
Vùng biển UNCLOS: EEZ 200 hải lý + thềm lục địa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Biển Đông – tuyến hàng hải bận rộn thứ 2 TG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1. Vị trí địa lí và phạm vi lãnh thổ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