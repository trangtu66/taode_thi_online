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18. Tổ chức lãnh thổ 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hình thức tổ chức lãnh thổ công nghiệp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KCN và KKT ở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Hình thức tổ chức lãnh thổ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Từ đơn giản → phức tạp:
1. Điểm CN: cơ sở SX đơn lẻ ở vùng nông thôn
2. Khu CN (KCN): tập trung nhiều xí nghiệp, có hạ tầng chung
3. Trung tâm CN: tập hợp KCN + DV liên quan
4. Vùng CN: không gian rộng, nhiều trung tâm
KKT ven biển: đa chức năng (CN + DV + đô thị + cảng)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Hình thức tổ chức lãnh thổ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Từ đơn giản → phức tạp:
1. Điểm CN: cơ sở SX đơn lẻ ở vùng nông thôn
2. Khu CN (KCN): tập trung nhiều xí nghiệp, có hạ tầng chung
3. Trung tâm CN: tập hợp KCN + DV liên quan
4. Vùng CN: không gian rộng, nhiều trung tâm
KKT ven biển: đa chức năng (CN + DV + đô thị + cảng)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KKT Nhơn Hội là hình thức tổ chức CN cao nhất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bố KCN và KKT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Cả nước: ~400 KCN (2023), tập trung:
• Vùng KTTĐ phía Nam: 40% KCN
• Vùng KTTĐ phía Bắc: 25% KCN
18 KKT ven biển:
Bình Định – KKT Nhơn Hội:
• Diện tích ~11 700 ha
• Cảng nước sâu Quy Nhơn
• FDI: thép, xi măng, sản xuất
• Logistics + cao tốc B–N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bố KCN và KKT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Cả nước: ~400 KCN (2023), tập trung:
• Vùng KTTĐ phía Nam: 40% KCN
• Vùng KTTĐ phía Bắc: 25% KCN
18 KKT ven biển:
Bình Định – KKT Nhơn Hội:
• Diện tích ~11 700 ha
• Cảng nước sâu Quy Nhơn
• FDI: thép, xi măng, sản xuất
• Logistics + cao tốc B–N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Hành lang kinh tế Đông–Tây qua Quy Nhơn kết nối Tây Nguyên–Lào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18. Tổ chức lãnh thổ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https://trangtu66.github.io/Taode_thi_online/dia_cc_bai18_k12.html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