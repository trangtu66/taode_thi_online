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18. Tổ chức lãnh thổ 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hình thức tổ chức lãnh thổ CN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KCN và KKT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18. Tổ chức lãnh thổ CN</a:t>
            </a:r>
          </a:p>
        </p:txBody>
      </p:sp>
      <p:pic>
        <p:nvPicPr>
          <p:cNvPr id="5" name="Picture 4" descr="_qr_dia_cc_bai18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97384" y="2244872"/>
            <a:ext cx="1311473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795" y="2069271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Điểm CN đơn lẻ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54458" y="2670962"/>
            <a:ext cx="1354399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9721" y="2495362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KCN tập trung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11532" y="2670962"/>
            <a:ext cx="1397325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2647" y="2921452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KKT ven biển</a:t>
            </a:r>
          </a:p>
        </p:txBody>
      </p:sp>
      <p:sp>
        <p:nvSpPr>
          <p:cNvPr id="13" name="Oval 12"/>
          <p:cNvSpPr/>
          <p:nvPr/>
        </p:nvSpPr>
        <p:spPr>
          <a:xfrm>
            <a:off x="2493081" y="2259078"/>
            <a:ext cx="2031552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Các hình thức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tổ chức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244872"/>
            <a:ext cx="1225621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2069271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~400 KCN cả nước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182695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93909" y="2495362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40% KTTĐ phía Nam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225621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36835" y="2921452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Vùng Bắc Ninh-HN</a:t>
            </a:r>
          </a:p>
        </p:txBody>
      </p:sp>
      <p:sp>
        <p:nvSpPr>
          <p:cNvPr id="21" name="Oval 20"/>
          <p:cNvSpPr/>
          <p:nvPr/>
        </p:nvSpPr>
        <p:spPr>
          <a:xfrm>
            <a:off x="5680831" y="2427575"/>
            <a:ext cx="1060764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KCN VN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26162" y="4812507"/>
            <a:ext cx="118269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017" y="463690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Đặc quyền kinh tế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111532" y="5238597"/>
            <a:ext cx="139732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2647" y="5062997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 chức năng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326162" y="5238597"/>
            <a:ext cx="118269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8017" y="548908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Kết nối cảng biển</a:t>
            </a:r>
          </a:p>
        </p:txBody>
      </p:sp>
      <p:sp>
        <p:nvSpPr>
          <p:cNvPr id="29" name="Oval 28"/>
          <p:cNvSpPr/>
          <p:nvPr/>
        </p:nvSpPr>
        <p:spPr>
          <a:xfrm>
            <a:off x="2701107" y="4826713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18 KKT ven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biển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526103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37317" y="4636907"/>
            <a:ext cx="100132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11 700 ha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225621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36835" y="5062997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Cảng QN nước sâu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10991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22205" y="5489087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Hành lang ĐT Đông-Tây</a:t>
            </a:r>
          </a:p>
        </p:txBody>
      </p:sp>
      <p:sp>
        <p:nvSpPr>
          <p:cNvPr id="37" name="Oval 36"/>
          <p:cNvSpPr/>
          <p:nvPr/>
        </p:nvSpPr>
        <p:spPr>
          <a:xfrm>
            <a:off x="5264779" y="4995210"/>
            <a:ext cx="1892868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KKT Nhơn Hội</a:t>
            </a:r>
          </a:p>
        </p:txBody>
      </p:sp>
      <p:sp>
        <p:nvSpPr>
          <p:cNvPr id="38" name="Oval 37"/>
          <p:cNvSpPr/>
          <p:nvPr/>
        </p:nvSpPr>
        <p:spPr>
          <a:xfrm>
            <a:off x="3724066" y="3287245"/>
            <a:ext cx="227193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18. TỔ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CHỨC LÃNH THỔ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Hình thức tổ chức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Điểm CN → KCN → Trung tâm CN → Vùng CN → KKT ven biển
KKT: đa chức năng (CN + DV + đô thị + cảng)
Cả nước: ~400 KCN (2023)
40% KCN ở vùng KTTĐ phía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Hình thức tổ chức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Điểm CN → KCN → Trung tâm CN → Vùng CN → KKT ven biển
KKT: đa chức năng (CN + DV + đô thị + cảng)
Cả nước: ~400 KCN (2023)
40% KCN ở vùng KTTĐ phía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KKT Nhơn Hội ~11 700 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KKT Nhơn Hội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Diện tích ~11 700 ha; cảng nước sâu QN
FDI: thép, xi măng, SX đa ngành
Logistics + cao tốc B-N
Hành lang KT Đông-Tây: Quy Nhơn–TN–Lào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KKT Nhơn Hội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Diện tích ~11 700 ha; cảng nước sâu QN
FDI: thép, xi măng, SX đa ngành
Logistics + cao tốc B-N
Hành lang KT Đông-Tây: Quy Nhơn–TN–Lào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KKT Nhơn Hội: hình thức tổ chức CN cao nhất tỉnh BĐ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18. Tổ chức lãnh thổ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