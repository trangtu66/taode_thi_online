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11. Chuyển dịch cơ cấu kinh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chuyển dịch cơ cấu GDP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4 vùng KTTĐ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11. Chuyển dịch cơ cấu kinh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11. Chuyển dịch cơ cấu kinh tế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Chuyển dịch cơ cấu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N-L-NG 40%→12%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CN-XD 29%→36%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DV 31%→42%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Kinh tế số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Mục tiêu 20% GDP 2025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Thương mại điện tử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Công nghệ số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 vùng KTTĐ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Bắc ~30% GDP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Nam ~45% GDP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Miền Trung &amp; ĐBSCL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Bình Định trong KTTĐ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KKT Nhơn Hội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Cảng Quy Nhơn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Hành lang ĐT Đông-Tây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Chuyển dịch cơ cấu GDP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N-L-NG: 40%(1986)→12%(2023)
CN-XD: 29%→36%; DV: 31%→42%
FDI ~20% GDP, &gt;70% XK
KT số mục tiêu 20% GDP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Chuyển dịch cơ cấu GDP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N-L-NG: 40%(1986)→12%(2023)
CN-XD: 29%→36%; DV: 31%→42%
FDI ~20% GDP, &gt;70% XK
KT số mục tiêu 20% GDP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KKT Nhơn Hội – động lực mới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4 vùng KTTĐ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Phía Bắc: HN–HP–QN (~30% GDP)
Miền Trung: Huế–ĐN–QNam–QNgãi–Bình Định
Phía Nam: TP HCM–BD–ĐN (~45% GDP)
ĐBSCL: Cần Thơ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4 vùng KTTĐ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Phía Bắc: HN–HP–QN (~30% GDP)
Miền Trung: Huế–ĐN–QNam–QNgãi–Bình Định
Phía Nam: TP HCM–BD–ĐN (~45% GDP)
ĐBSCL: Cần Thơ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hành lang KT Đông-Tây Quy Nhơn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11. Chuyển dịch cơ cấu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