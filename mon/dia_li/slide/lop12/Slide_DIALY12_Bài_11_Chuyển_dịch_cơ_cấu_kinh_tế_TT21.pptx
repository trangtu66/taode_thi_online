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11. Chuyển dịch cơ cấu kinh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chuyển dịch cơ cấu GDP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4 vùng KTTĐ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11. Chuyển dịch cơ cấu kinh tế</a:t>
            </a:r>
          </a:p>
        </p:txBody>
      </p:sp>
      <p:pic>
        <p:nvPicPr>
          <p:cNvPr id="5" name="Picture 4" descr="_qr_dia_cc_bai11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197384" y="2244872"/>
            <a:ext cx="1311473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795" y="2069271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N-L-NG 40%→12%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54458" y="2670962"/>
            <a:ext cx="1354399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09721" y="2495362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CN-XD 29%→36%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025680" y="2670962"/>
            <a:ext cx="1483177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8499" y="2921452"/>
            <a:ext cx="108718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DV 31%→42%</a:t>
            </a:r>
          </a:p>
        </p:txBody>
      </p:sp>
      <p:sp>
        <p:nvSpPr>
          <p:cNvPr id="13" name="Oval 12"/>
          <p:cNvSpPr/>
          <p:nvPr/>
        </p:nvSpPr>
        <p:spPr>
          <a:xfrm>
            <a:off x="2423739" y="2259078"/>
            <a:ext cx="217023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Chuyển dịch cơ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cấu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225621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36835" y="1968560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Mục tiêu 20% GDP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2025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139769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50983" y="2596073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Thương mại điện tử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97325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08539" y="3022163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Công nghệ số</a:t>
            </a:r>
          </a:p>
        </p:txBody>
      </p:sp>
      <p:sp>
        <p:nvSpPr>
          <p:cNvPr id="21" name="Oval 20"/>
          <p:cNvSpPr/>
          <p:nvPr/>
        </p:nvSpPr>
        <p:spPr>
          <a:xfrm>
            <a:off x="5403463" y="2427575"/>
            <a:ext cx="1615500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Kinh tế số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326162" y="481250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8017" y="463690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Phía Bắc ~30% GDP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26162" y="5238597"/>
            <a:ext cx="1182695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8017" y="506299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Phía Nam ~45% GDP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69088" y="5238597"/>
            <a:ext cx="113976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5091" y="548908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Miền Trung &amp; ĐBSCL</a:t>
            </a:r>
          </a:p>
        </p:txBody>
      </p:sp>
      <p:sp>
        <p:nvSpPr>
          <p:cNvPr id="29" name="Oval 28"/>
          <p:cNvSpPr/>
          <p:nvPr/>
        </p:nvSpPr>
        <p:spPr>
          <a:xfrm>
            <a:off x="2631765" y="4995210"/>
            <a:ext cx="1754184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4 vùng KTTĐ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812507"/>
            <a:ext cx="1397325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608539" y="4636907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KKT Nhơn Hội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354399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65613" y="5062997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Cảng Quy Nhơn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010991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22205" y="5489087"/>
            <a:ext cx="203155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Hành lang ĐT Đông-Tây</a:t>
            </a:r>
          </a:p>
        </p:txBody>
      </p:sp>
      <p:sp>
        <p:nvSpPr>
          <p:cNvPr id="37" name="Oval 36"/>
          <p:cNvSpPr/>
          <p:nvPr/>
        </p:nvSpPr>
        <p:spPr>
          <a:xfrm>
            <a:off x="5056753" y="4826713"/>
            <a:ext cx="2308920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Bình Định trong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KTTĐ</a:t>
            </a:r>
          </a:p>
        </p:txBody>
      </p:sp>
      <p:sp>
        <p:nvSpPr>
          <p:cNvPr id="38" name="Oval 37"/>
          <p:cNvSpPr/>
          <p:nvPr/>
        </p:nvSpPr>
        <p:spPr>
          <a:xfrm>
            <a:off x="3645479" y="3287245"/>
            <a:ext cx="242911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11. CHUYỂN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DỊCH CƠ CẤU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KINH TẾ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Chuyển dịch cơ cấu GDP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N-L-NG: 40%(1986)→12%(2023)
CN-XD: 29%→36%; DV: 31%→42%
FDI ~20% GDP, &gt;70% XK
KT số mục tiêu 20% GDP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Chuyển dịch cơ cấu GDP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N-L-NG: 40%(1986)→12%(2023)
CN-XD: 29%→36%; DV: 31%→42%
FDI ~20% GDP, &gt;70% XK
KT số mục tiêu 20% GDP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KKT Nhơn Hội – động lực mới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4 vùng KTTĐ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Phía Bắc: HN–HP–QN (~30% GDP)
Miền Trung: Huế–ĐN–QNam–QNgãi–Bình Định
Phía Nam: TP HCM–BD–ĐN (~45% GDP)
ĐBSCL: Cần Thơ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4 vùng KTTĐ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Phía Bắc: HN–HP–QN (~30% GDP)
Miền Trung: Huế–ĐN–QNam–QNgãi–Bình Định
Phía Nam: TP HCM–BD–ĐN (~45% GDP)
ĐBSCL: Cần Thơ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hành lang KT Đông-Tây Quy Nhơn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11. Chuyển dịch cơ cấu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