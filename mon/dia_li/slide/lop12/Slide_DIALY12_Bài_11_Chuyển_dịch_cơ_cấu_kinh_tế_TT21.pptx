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11. Chuyển dịch cơ cấu kinh tế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xu hướng chuyển dịch cơ cấu kinh tế Việt Nam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các vùng KTTĐ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Chuyển dịch cơ cấu GDP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Nông–lâm–ngư nghiệp: 40% (1986) → 12% (2023)
Công nghiệp–XD: 29% → 36%
Dịch vụ: 31% → 42%
FDI: ~20% GDP, &gt;70% xuất khẩu
Kinh tế số mục tiêu 20% GDP 2025
TTKT 2021–2030: 7%/năm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Chuyển dịch cơ cấu GDP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Nông–lâm–ngư nghiệp: 40% (1986) → 12% (2023)
Công nghiệp–XD: 29% → 36%
Dịch vụ: 31% → 42%
FDI: ~20% GDP, &gt;70% xuất khẩu
Kinh tế số mục tiêu 20% GDP 2025
TTKT 2021–2030: 7%/năm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KKT Nhơn Hội + cảng Quy Nhơn là động lực tăng trưởng mới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Các vùng kinh tế trọng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4 vùng KTTĐ:
• Phía Bắc: Hà Nội–Hải Phòng–Quảng Ninh (~30% GDP)
• Miền Trung: Thừa Thiên Huế–Đà Nẵng–Quảng Nam–Quảng Ngãi–Bình Định
• Phía Nam: TP HCM–Bình Dương–Đồng Nai (~45% GDP)
• ĐBSCL: Cần Thơ và các tỉnh
Bình Định thuộc KTTĐ miền Trung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Các vùng kinh tế trọng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4 vùng KTTĐ:
• Phía Bắc: Hà Nội–Hải Phòng–Quảng Ninh (~30% GDP)
• Miền Trung: Thừa Thiên Huế–Đà Nẵng–Quảng Nam–Quảng Ngãi–Bình Định
• Phía Nam: TP HCM–Bình Dương–Đồng Nai (~45% GDP)
• ĐBSCL: Cần Thơ và các tỉnh
Bình Định thuộc KTTĐ miền Trung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Hành lang kinh tế Đông–Tây kết nối cảng Quy Nhơn với Tây Nguyên–Lào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11. Chuyển dịch cơ cấu kinh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