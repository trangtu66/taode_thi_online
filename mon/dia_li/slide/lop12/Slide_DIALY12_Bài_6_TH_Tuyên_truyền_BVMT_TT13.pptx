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6 (TH). Tuyên truyền BVMT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Thiết kế sản phẩm tuyên truyền BVMT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và đánh giá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6 (TH). Tuyên truyền BVMT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6 (TH). Tuyên truyền BVMT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Hình thức TT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Poster, banner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Video ngắn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Tiểu phẩm, bài hát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Nội dung TT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Rác thải nhựa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Bảo vệ rừng đầu nguồn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Tiết kiệm nước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Tiêu chí đánh giá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Nội dung đúng &amp; đủ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Sáng tạo, hấp dẫn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Có thể thực hiện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Liên hệ Vĩnh Thạnh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Hồ Định Bình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Rừng đầu nguồn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Văn hóa Ba Na xanh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Nguyên tắc 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Nội dung đúng, rõ, hấp dẫn
2. Phù hợp đối tượng
3. Có hành động cụ thể
Hình thức: poster, video, tiểu phẩm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Nguyên tắc 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Nội dung đúng, rõ, hấp dẫn
2. Phù hợp đối tượng
3. Có hành động cụ thể
Hình thức: poster, video, tiểu phẩm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Học sinh là lực lượng TT BVMT hiệu quả nhất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Sản phẩm thực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Poster: 'Vĩnh Thạnh xanh–sạch–đẹp'
2. Video ngắn về rác thải nhựa
3. Tiểu phẩm: phân loại rác tại nhà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Sản phẩm thực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Poster: 'Vĩnh Thạnh xanh–sạch–đẹp'
2. Video ngắn về rác thải nhựa
3. Tiểu phẩm: phân loại rác tại nhà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Dự án BVMT gắn với địa phương Vĩnh Thạnh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6 (TH). Tuyên truyền BVMT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https://trangtu66.github.io/Taode_thi_online/dia_cc_bai6_k12.html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