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6 (TH). Tuyên truyền BVMT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Thiết kế sản phẩm tuyên truyền BVMT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Trình bày và đánh giá sản phẩm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Tuyên truyền BVMT hiệu quả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Nguyên tắc:
1. Nội dung đúng, rõ, hấp dẫn
2. Phù hợp đối tượng (HS, phụ huynh, cộng đồng)
3. Có hành động cụ thể có thể thực hiện
Hình thức: poster, video, bài hát, tiểu phẩm, triển lãm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Tuyên truyền BVMT hiệu quả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Nguyên tắc:
1. Nội dung đúng, rõ, hấp dẫn
2. Phù hợp đối tượng (HS, phụ huynh, cộng đồng)
3. Có hành động cụ thể có thể thực hiện
Hình thức: poster, video, bài hát, tiểu phẩm, triển lãm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Học sinh là lực lượng tuyên truyền BVMT hiệu quả nhất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Sản phẩm thực hành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1. Poster: 'Vĩnh Thạnh xanh – sạch – đẹp'
2. Video ngắn: rác thải nhựa ở địa phương
3. Kịch bản tiểu phẩm: phân loại rác tại nhà
4. Bài thơ, bài hát về BVMT địa phương
Tiêu chí đánh giá: nội dung, sáng tạo, thuyết phục, khả năng thực hiện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Sản phẩm thực hành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1. Poster: 'Vĩnh Thạnh xanh – sạch – đẹp'
2. Video ngắn: rác thải nhựa ở địa phương
3. Kịch bản tiểu phẩm: phân loại rác tại nhà
4. Bài thơ, bài hát về BVMT địa phương
Tiêu chí đánh giá: nội dung, sáng tạo, thuyết phục, khả năng thực hiện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Dự án BVMT gắn với địa phương Vĩnh Thạnh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Địa lí 12 – Bài 6 (TH). Tuyên truyền BVMT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https://trangtu66.github.io/Taode_thi_online/dia_cc_bai6_k12.html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