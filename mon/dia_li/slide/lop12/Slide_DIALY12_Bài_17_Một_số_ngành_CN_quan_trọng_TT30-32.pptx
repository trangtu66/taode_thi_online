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 VĨNH THẠNH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17. Một số ngành CN quan trọng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T30-32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Lê Thuỳ Dung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Vĩnh Thạnh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đặc điểm và phân bố các ngành CN quan trọng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triển vọng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Các ngành CN quan trọng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Dầu khí: thềm lục địa phía Nam (Bạch Hổ, Sư Tử)
2. Điện lực: thủy điện (~29%), nhiệt điện than (~43%), tái tạo (~25%)
3. Thực phẩm: lúa gạo, thủy sản, đồ uống – gắn với N–L–NG
4. Dệt may: vùng KTTĐ phía Nam
5. Xi măng: Hà Nam, Thanh Hóa, Nghệ An
6. Điện tử: Bắc Ninh, Thái Nguyên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Các ngành CN quan trọng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Dầu khí: thềm lục địa phía Nam (Bạch Hổ, Sư Tử)
2. Điện lực: thủy điện (~29%), nhiệt điện than (~43%), tái tạo (~25%)
3. Thực phẩm: lúa gạo, thủy sản, đồ uống – gắn với N–L–NG
4. Dệt may: vùng KTTĐ phía Nam
5. Xi măng: Hà Nam, Thanh Hóa, Nghệ An
6. Điện tử: Bắc Ninh, Thái Nguyên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Điện tử là ngành CN xuất khẩu lớn nhất VN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Phân bố và xu hướng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CN theo lãnh thổ:
• Điện: đập thủy điện Tây Bắc–Tây Nguyên; điện gió duyên hải
• Thực phẩm: gần nguyên liệu → ĐBSCL, ĐBSH, ven biển
• Dệt may: gần lao động và cảng → TP HCM, Đồng Nai
Bình Định:
• Chế biến gỗ, thủy sản: thế mạnh
• Điện mặt trời, điện gió: đang phát triển
• Cơ khí cảng biển: KKT Nhơn Hội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Phân bố và xu hướng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CN theo lãnh thổ:
• Điện: đập thủy điện Tây Bắc–Tây Nguyên; điện gió duyên hải
• Thực phẩm: gần nguyên liệu → ĐBSCL, ĐBSH, ven biển
• Dệt may: gần lao động và cảng → TP HCM, Đồng Nai
Bình Định:
• Chế biến gỗ, thủy sản: thế mạnh
• Điện mặt trời, điện gió: đang phát triển
• Cơ khí cảng biển: KKT Nhơn Hội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Năng lượng tái tạo là hướng ưu tiên phát triển CN Bình Định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Địa lí 12 – Bài 17. Một số ngành CN quan trọng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https://trangtu66.github.io/Taode_thi_online/dia_cc_bai17_k12.html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THPT Vĩnh Thạnh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