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7. Dân số Việt Nam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T14-15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đặc điểm dân số Việt Nam (số lượng, gia tăng, cơ cấu)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phân bố dân cư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xét tác động của dân số đến kinh tế – xã hội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Dân số Việt Nam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Dân số: ~99–100 triệu người (thứ 15 TG, thứ 3 ĐNA)
• Tỉ suất TNDS: ~0,9%/năm (giảm dần)
• Cơ cấu: đang già hóa; lực lượng lao động chiếm &gt;53%
• Tỉ lệ đô thị: ~38–40%
• Phân bố: ĐBSH &gt;1 000 người/km²; Tây Bắc ~50–60 người/km²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Dân số Việt Nam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Dân số: ~99–100 triệu người (thứ 15 TG, thứ 3 ĐNA)
• Tỉ suất TNDS: ~0,9%/năm (giảm dần)
• Cơ cấu: đang già hóa; lực lượng lao động chiếm &gt;53%
• Tỉ lệ đô thị: ~38–40%
• Phân bố: ĐBSH &gt;1 000 người/km²; Tây Bắc ~50–60 người/km²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Cơ cấu 'vàng': lực lượng lao động chiếm tỉ lệ cao nhất trong lịch sử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Tác động và chính sách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Tác động tích cực: nguồn lao động dồi dào, thị trường nội địa lớn
Thách thức: già hóa dân số, quá tải đô thị, bất bình đẳng vùng miền
Chính sách: mỗi gia đình 1–2 con (từ 1989), khuyến khích sinh con thứ hai hiện nay, đào tạo nguồn nhân lực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Tác động và chính sách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Tác động tích cực: nguồn lao động dồi dào, thị trường nội địa lớn
Thách thức: già hóa dân số, quá tải đô thị, bất bình đẳng vùng miền
Chính sách: mỗi gia đình 1–2 con (từ 1989), khuyến khích sinh con thứ hai hiện nay, đào tạo nguồn nhân lực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SRB mất cân bằng: 112 nam/100 nữ khi sinh – cần giải quyết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7. Dân số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https://trangtu66.github.io/Taode_thi_online/dia_cc_bai7_k12.html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