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THPT|  ĐỊA LÍ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7. Dân số Việt Nam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T14-15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……………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đặc điểm dân số VN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Đánh giá phân bố dân cư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671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Tác động đến KT-XH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SƠ ĐỒ TƯ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ĐỊA LÍ 12  |  Bài 7. Dân số Việt Nam</a:t>
            </a:r>
          </a:p>
        </p:txBody>
      </p:sp>
      <p:pic>
        <p:nvPicPr>
          <p:cNvPr id="5" name="Picture 4" descr="_qr_dia_cc_bai7_k12.ht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2" y="1463040"/>
            <a:ext cx="2286000" cy="228600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 flipH="1" flipV="1">
            <a:off x="3508857" y="2670962"/>
            <a:ext cx="1351179" cy="1283818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2369088" y="2244872"/>
            <a:ext cx="1139769" cy="426090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95091" y="2069271"/>
            <a:ext cx="1773996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99-100 triệu người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369088" y="2670962"/>
            <a:ext cx="1139769" cy="0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95091" y="2495362"/>
            <a:ext cx="1773996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Tăng tự nhiên 0,9%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1982754" y="2670962"/>
            <a:ext cx="1526103" cy="426090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81425" y="2921452"/>
            <a:ext cx="1001328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Top 15 TG</a:t>
            </a:r>
          </a:p>
        </p:txBody>
      </p:sp>
      <p:sp>
        <p:nvSpPr>
          <p:cNvPr id="13" name="Oval 12"/>
          <p:cNvSpPr/>
          <p:nvPr/>
        </p:nvSpPr>
        <p:spPr>
          <a:xfrm>
            <a:off x="2701107" y="2259078"/>
            <a:ext cx="1615500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Quy mô dân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số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4860036" y="2670962"/>
            <a:ext cx="1351178" cy="1283818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211214" y="2144161"/>
            <a:ext cx="1225621" cy="526801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36835" y="1867849"/>
            <a:ext cx="1602292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Cơ cấu vàng &gt;53%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LĐ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11214" y="2670962"/>
            <a:ext cx="1139769" cy="0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50983" y="2495362"/>
            <a:ext cx="1773996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Đang già hóa nhanh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11214" y="2670962"/>
            <a:ext cx="1397325" cy="526801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608539" y="2921452"/>
            <a:ext cx="1258884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Tỉ lệ đô thị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38-40%</a:t>
            </a:r>
          </a:p>
        </p:txBody>
      </p:sp>
      <p:sp>
        <p:nvSpPr>
          <p:cNvPr id="21" name="Oval 20"/>
          <p:cNvSpPr/>
          <p:nvPr/>
        </p:nvSpPr>
        <p:spPr>
          <a:xfrm>
            <a:off x="5403463" y="2259078"/>
            <a:ext cx="1615500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Cơ cấu dân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số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3508857" y="3954780"/>
            <a:ext cx="1351179" cy="1283817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2497866" y="4812507"/>
            <a:ext cx="1010991" cy="426090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66313" y="4636907"/>
            <a:ext cx="2031552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ĐBSH: &gt;1000 người/km²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2540792" y="5238597"/>
            <a:ext cx="968065" cy="0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23387" y="5062997"/>
            <a:ext cx="2117404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Tây Bắc: ~50 người/km²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2240310" y="5238597"/>
            <a:ext cx="1268547" cy="426090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23869" y="5489087"/>
            <a:ext cx="1516440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Đô thị hóa tăng</a:t>
            </a:r>
          </a:p>
        </p:txBody>
      </p:sp>
      <p:sp>
        <p:nvSpPr>
          <p:cNvPr id="29" name="Oval 28"/>
          <p:cNvSpPr/>
          <p:nvPr/>
        </p:nvSpPr>
        <p:spPr>
          <a:xfrm>
            <a:off x="2631765" y="4826713"/>
            <a:ext cx="1754184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Phân bố dân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cư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860036" y="3954780"/>
            <a:ext cx="1351178" cy="1283817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211214" y="4812507"/>
            <a:ext cx="1268547" cy="426090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479761" y="4636907"/>
            <a:ext cx="1516440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1-2 con từ 1989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211214" y="5238597"/>
            <a:ext cx="1053917" cy="0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265131" y="5062997"/>
            <a:ext cx="1945700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Khuyến sinh hiện nay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211214" y="5238597"/>
            <a:ext cx="1096843" cy="426090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308057" y="5489087"/>
            <a:ext cx="1859848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Nâng chất lượng NNL</a:t>
            </a:r>
          </a:p>
        </p:txBody>
      </p:sp>
      <p:sp>
        <p:nvSpPr>
          <p:cNvPr id="37" name="Oval 36"/>
          <p:cNvSpPr/>
          <p:nvPr/>
        </p:nvSpPr>
        <p:spPr>
          <a:xfrm>
            <a:off x="5126095" y="4826713"/>
            <a:ext cx="2170236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Chính sách dân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số</a:t>
            </a:r>
          </a:p>
        </p:txBody>
      </p:sp>
      <p:sp>
        <p:nvSpPr>
          <p:cNvPr id="38" name="Oval 37"/>
          <p:cNvSpPr/>
          <p:nvPr/>
        </p:nvSpPr>
        <p:spPr>
          <a:xfrm>
            <a:off x="3881241" y="3484793"/>
            <a:ext cx="1957588" cy="939972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BÀI 7. DÂN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SỐ VIỆT NAM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Dân số VN 2023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~99-100 triệu người (thứ 15 TG, thứ 3 ĐNA)
Tỉ lệ đô thị: 38-40%; TNDS: ~0,9%/năm
Cơ cấu 'vàng': LĐ &gt;53%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Dân số VN 2023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~99-100 triệu người (thứ 15 TG, thứ 3 ĐNA)
Tỉ lệ đô thị: 38-40%; TNDS: ~0,9%/năm
Cơ cấu 'vàng': LĐ &gt;53%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SRB mất cân bằng: 112 nam/100 nữ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Tác động &amp; chính sách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Tích cực: LĐ dồi dào, thị trường nội địa lớn
Thách thức: già hóa, quá tải đô thị
Chính sách: 1-2 con; đào tạo NNL chất lượng cao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Tác động &amp; chính sách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Tích cực: LĐ dồi dào, thị trường nội địa lớn
Thách thức: già hóa, quá tải đô thị
Chính sách: 1-2 con; đào tạo NNL chất lượng cao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Từ 'dân số vàng' phải chuyển thành 'dân số chất lượng'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Địa lí 12 – Bài 7. Dân số Việt Nam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https://trangtu66.github.io/Taode_thi_online/dia_cc_bai7_k12.html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DIA12_Bai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