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5. Sử dụng TN và BVMT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thực trạng tài nguyên rừng, đất, nước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Đề xuất giải pháp bảo vệ tài nguyên và môi trường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trạng tài nguyên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Rừng:
• Che phủ từ 43% (1943) → 27% (1990) → 42% (2023)
• Rừng nguyên sinh còn ít, đa dạng sinh học suy giảm
Đất:
• Xói mòn vùng núi, bạc màu do hóa chất nông nghiệp
• Nhiễm mặn, nhiễm phèn ĐBSCL
Nước: ô nhiễm kênh rạch đô thị, nước ngầm suy kiệt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trạng tài nguyên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Rừng:
• Che phủ từ 43% (1943) → 27% (1990) → 42% (2023)
• Rừng nguyên sinh còn ít, đa dạng sinh học suy giảm
Đất:
• Xói mòn vùng núi, bạc màu do hóa chất nông nghiệp
• Nhiễm mặn, nhiễm phèn ĐBSCL
Nước: ô nhiễm kênh rạch đô thị, nước ngầm suy kiệt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BĐKH: nước biển dâng đe dọa ĐBSCL và duyên hải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Giải pháp BVMT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Rừng: trồng rừng phủ xanh, bảo vệ rừng phòng hộ, đặc dụng
Đất: canh tác bền vững, hạn chế hóa chất, phục hồi đất hoang
Nước: xử lí nước thải, quản lí lưu vực sông
Pháp luật: Luật Bảo vệ Môi trường, UNFCCC, Thỏa thuận Paris
Giáo dục: nâng cao nhận thức cộng đồng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Giải pháp BVMT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Rừng: trồng rừng phủ xanh, bảo vệ rừng phòng hộ, đặc dụng
Đất: canh tác bền vững, hạn chế hóa chất, phục hồi đất hoang
Nước: xử lí nước thải, quản lí lưu vực sông
Pháp luật: Luật Bảo vệ Môi trường, UNFCCC, Thỏa thuận Paris
Giáo dục: nâng cao nhận thức cộng đồng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Vĩnh Thạnh: bảo vệ rừng đầu nguồn → hồ Định Bình an toàn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5. Sử dụng TN và BVMT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https://trangtu66.github.io/Taode_thi_online/dia_cc_bai5_k12.html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