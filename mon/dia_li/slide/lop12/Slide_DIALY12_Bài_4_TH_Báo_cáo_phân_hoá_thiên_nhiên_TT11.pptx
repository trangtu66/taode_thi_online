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 VĨNH THẠNH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4 (TH). Báo cáo phân hoá thiên nhiên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Lê Thuỳ Dung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Vĩnh Thạnh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Thực hành đọc số liệu khí hậu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Vẽ biểu đồ thể hiện phân hóa B–N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Thực hành: So sánh khí hậu Hà Nội – TP HCM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Chỉ tiêu so sánh:
• Nhiệt độ TB tháng 1 (Hà Nội: ~17°C / TP HCM: ~26°C)
• Biên độ nhiệt năm (Hà Nội: &gt;10°C / TP HCM: &lt;5°C)
• Mùa mưa (Hà Nội: 4–10 / TP HCM: 5–11)
• Lượng mưa TB (tương đương)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Thực hành: So sánh khí hậu Hà Nội – TP HCM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Chỉ tiêu so sánh:
• Nhiệt độ TB tháng 1 (Hà Nội: ~17°C / TP HCM: ~26°C)
• Biên độ nhiệt năm (Hà Nội: &gt;10°C / TP HCM: &lt;5°C)
• Mùa mưa (Hà Nội: 4–10 / TP HCM: 5–11)
• Lượng mưa TB (tương đương)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Dữ liệu phản ánh rõ sự phân hóa B–N của khí hậu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Kĩ năng báo cáo địa lí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Thu thập số liệu: Niên giám Thống kê
2. Xử lí: tính TB, so sánh
3. Biểu đồ: nhiệt–ẩm (Walter) cho từng trạm
4. Nhận xét: xu hướng, so sánh, giải thích
5. Kết luận: khái quát sự phân hóa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Kĩ năng báo cáo địa lí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Thu thập số liệu: Niên giám Thống kê
2. Xử lí: tính TB, so sánh
3. Biểu đồ: nhiệt–ẩm (Walter) cho từng trạm
4. Nhận xét: xu hướng, so sánh, giải thích
5. Kết luận: khái quát sự phân hóa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Quy trình báo cáo khoa học chuẩn trong Địa lí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Địa lí 12 – Bài 4 (TH). Báo cáo phân hoá thiên nhiên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https://trangtu66.github.io/Taode_thi_online/dia_cc_bai4_k12.html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THPT Vĩnh Thạnh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