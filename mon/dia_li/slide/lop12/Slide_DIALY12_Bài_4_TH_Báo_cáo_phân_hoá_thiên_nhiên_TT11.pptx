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4 (TH). Báo cáo phân hoá thiên nhiên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đọc số liệu khí hậu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biểu đồ phân hóa B-N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4 (TH). Báo cáo phân hoá thiên nhiên</a:t>
            </a:r>
          </a:p>
        </p:txBody>
      </p:sp>
      <p:pic>
        <p:nvPicPr>
          <p:cNvPr id="5" name="Picture 4" descr="_qr_dia_cc_bai4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26162" y="2144161"/>
            <a:ext cx="118269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8017" y="1968560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T°1: 17°C vs 26°C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326162" y="2670962"/>
            <a:ext cx="1182695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8017" y="2394651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Biên độ: &gt;10°C vs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&lt;5°C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26162" y="2670962"/>
            <a:ext cx="118269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8017" y="3022163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Mùa mưa khác nhau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259078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Phân tích HN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vs HCM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18269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93909" y="2069271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Nhiệt–ẩm (Walter)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440251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651465" y="2495362"/>
            <a:ext cx="1173032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Cột + đường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225621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36835" y="2921452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Chú giải rõ ràng</a:t>
            </a:r>
          </a:p>
        </p:txBody>
      </p:sp>
      <p:sp>
        <p:nvSpPr>
          <p:cNvPr id="21" name="Oval 20"/>
          <p:cNvSpPr/>
          <p:nvPr/>
        </p:nvSpPr>
        <p:spPr>
          <a:xfrm>
            <a:off x="5403463" y="2259078"/>
            <a:ext cx="1615500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Kĩ năng vẽ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283236" y="4711796"/>
            <a:ext cx="1225621" cy="52680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0943" y="4536196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Thu thập số liệu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2025680" y="5137886"/>
            <a:ext cx="1483177" cy="10071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38499" y="4962286"/>
            <a:ext cx="108718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Vẽ biểu đồ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197384" y="5238597"/>
            <a:ext cx="1311473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66795" y="5388376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Nhận xét + kết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luận</a:t>
            </a:r>
          </a:p>
        </p:txBody>
      </p:sp>
      <p:sp>
        <p:nvSpPr>
          <p:cNvPr id="29" name="Oval 28"/>
          <p:cNvSpPr/>
          <p:nvPr/>
        </p:nvSpPr>
        <p:spPr>
          <a:xfrm>
            <a:off x="2493081" y="4826713"/>
            <a:ext cx="2031552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Quy trình báo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cáo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812507"/>
            <a:ext cx="1139769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50983" y="4536196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Bình Định: mùa mưa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10-12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182695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93909" y="5163708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Khô hạn tháng 2-8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225621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36835" y="5589798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Gió ĐB ảnh hưởng</a:t>
            </a:r>
          </a:p>
        </p:txBody>
      </p:sp>
      <p:sp>
        <p:nvSpPr>
          <p:cNvPr id="37" name="Oval 36"/>
          <p:cNvSpPr/>
          <p:nvPr/>
        </p:nvSpPr>
        <p:spPr>
          <a:xfrm>
            <a:off x="5334121" y="4826713"/>
            <a:ext cx="1754184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Liên hệ địa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phương</a:t>
            </a:r>
          </a:p>
        </p:txBody>
      </p:sp>
      <p:sp>
        <p:nvSpPr>
          <p:cNvPr id="38" name="Oval 37"/>
          <p:cNvSpPr/>
          <p:nvPr/>
        </p:nvSpPr>
        <p:spPr>
          <a:xfrm>
            <a:off x="3566891" y="3287245"/>
            <a:ext cx="258628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4 (TH).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BÁO CÁO PHÂN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HOÁ THIÊN NHIÊN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so sánh KH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HN: T°1 ~17°C; biên độ &gt;10°C; mưa 4-10
TP HCM: T°1 ~26°C; biên độ &lt;5°C; mưa 5-11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so sánh KH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HN: T°1 ~17°C; biên độ &gt;10°C; mưa 4-10
TP HCM: T°1 ~26°C; biên độ &lt;5°C; mưa 5-11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Dữ liệu phản ánh rõ phân hóa B-N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báo cáo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Thu thập số liệu Niên giám TK
2. Tính TB, so sánh
3. Biểu đồ nhiệt-ẩm (Walter)
4. Nhận xét xu hướng, giải thích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báo cáo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Thu thập số liệu Niên giám TK
2. Tính TB, so sánh
3. Biểu đồ nhiệt-ẩm (Walter)
4. Nhận xét xu hướng, giải thích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Quy trình báo cáo khoa học chuẩn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4 (TH). Báo cáo phân hoá thiên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