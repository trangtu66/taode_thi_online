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15 (TH). Vẽ biểu đồ 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và nhận xét biểu đồ về nông nghiệp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Thực hành kĩ năng phân tích số liệu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Kĩ năng vẽ biểu đồ nông nghiệp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Chọn loại biểu đồ:
• Cơ cấu (%) 1 năm → tròn / miền 100%
• Xu hướng nhiều năm → đường / cột
• So sánh nhiều vùng nhiều năm → cột nhóm / đường nhiều đường
Kĩ thuật vẽ:
1. Đặt tên trục, ghi đơn vị
2. Vẽ đúng tỉ lệ
3. Chú giải rõ ràng
4. Tên biểu đồ đầy đủ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Kĩ năng vẽ biểu đồ nông nghiệp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Chọn loại biểu đồ:
• Cơ cấu (%) 1 năm → tròn / miền 100%
• Xu hướng nhiều năm → đường / cột
• So sánh nhiều vùng nhiều năm → cột nhóm / đường nhiều đường
Kĩ thuật vẽ:
1. Đặt tên trục, ghi đơn vị
2. Vẽ đúng tỉ lệ
3. Chú giải rõ ràng
4. Tên biểu đồ đầy đủ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5 loại biểu đồ cần thành thạo: tròn, cột, đường, miền, kết hợp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Số liệu: Diện tích–Sản lượng–Năng suất lúa 2000–2023
Nhận xét chuẩn:
1. Xu hướng chung (tăng/giảm)
2. Cực đại, cực tiểu (năm nào, giá trị bao nhiêu)
3. So sánh các mốc thời gian
4. Mối quan hệ giữa các đại lượng
5. Giải thích nguyên nhân → Kết luận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Số liệu: Diện tích–Sản lượng–Năng suất lúa 2000–2023
Nhận xét chuẩn:
1. Xu hướng chung (tăng/giảm)
2. Cực đại, cực tiểu (năm nào, giá trị bao nhiêu)
3. So sánh các mốc thời gian
4. Mối quan hệ giữa các đại lượng
5. Giải thích nguyên nhân → Kết luận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Thực hành đúng quy trình: nhận xét đầy đủ → không bỏ ý nào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15 (TH). Vẽ biểu đồ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https://trangtu66.github.io/Taode_thi_online/dia_cc_bai15_k12.html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