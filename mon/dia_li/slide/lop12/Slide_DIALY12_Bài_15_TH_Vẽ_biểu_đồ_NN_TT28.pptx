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15 (TH). Vẽ biểu đồ 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và nhận xét biểu đồ NN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kĩ năng phân tích số liệu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15 (TH). Vẽ biểu đồ NN</a:t>
            </a:r>
          </a:p>
        </p:txBody>
      </p:sp>
      <p:pic>
        <p:nvPicPr>
          <p:cNvPr id="5" name="Picture 4" descr="_qr_dia_cc_bai15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97384" y="2144161"/>
            <a:ext cx="1311473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795" y="1867849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Tròn: cơ cấu 1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năm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12014" y="2670962"/>
            <a:ext cx="1096843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2165" y="2495362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Cột/đường: xu hướng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69088" y="2670962"/>
            <a:ext cx="1139769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91" y="2921452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Miền: cơ cấu nhiều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năm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427575"/>
            <a:ext cx="1892868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Chọn loại BD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18269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93909" y="1867849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Đặt tên trục, ghi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354399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5613" y="2495362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Vẽ đúng tỉ lệ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26854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79761" y="2921452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Chú giải + tiêu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đề</a:t>
            </a:r>
          </a:p>
        </p:txBody>
      </p:sp>
      <p:sp>
        <p:nvSpPr>
          <p:cNvPr id="21" name="Oval 20"/>
          <p:cNvSpPr/>
          <p:nvPr/>
        </p:nvSpPr>
        <p:spPr>
          <a:xfrm>
            <a:off x="5334121" y="2427575"/>
            <a:ext cx="1754184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Kĩ thuật vẽ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197384" y="4812507"/>
            <a:ext cx="1311473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6795" y="4636907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Xu hướng chung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96902" y="5238597"/>
            <a:ext cx="161195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7277" y="5062997"/>
            <a:ext cx="82962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Cực trị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540792" y="5238597"/>
            <a:ext cx="96806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3387" y="5489087"/>
            <a:ext cx="211740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Giải thích nguyên nhân</a:t>
            </a:r>
          </a:p>
        </p:txBody>
      </p:sp>
      <p:sp>
        <p:nvSpPr>
          <p:cNvPr id="29" name="Oval 28"/>
          <p:cNvSpPr/>
          <p:nvPr/>
        </p:nvSpPr>
        <p:spPr>
          <a:xfrm>
            <a:off x="2701107" y="4826713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Nhận xét 5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bước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354399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65613" y="4636907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Lúa: DT–SL–NS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182695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93909" y="506299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Cà phê Tây Nguyên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10991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22205" y="5489087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Thủy sản VN 2000-2023</a:t>
            </a:r>
          </a:p>
        </p:txBody>
      </p:sp>
      <p:sp>
        <p:nvSpPr>
          <p:cNvPr id="37" name="Oval 36"/>
          <p:cNvSpPr/>
          <p:nvPr/>
        </p:nvSpPr>
        <p:spPr>
          <a:xfrm>
            <a:off x="5264779" y="4826713"/>
            <a:ext cx="1892868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 liệu thực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hành</a:t>
            </a:r>
          </a:p>
        </p:txBody>
      </p:sp>
      <p:sp>
        <p:nvSpPr>
          <p:cNvPr id="38" name="Oval 37"/>
          <p:cNvSpPr/>
          <p:nvPr/>
        </p:nvSpPr>
        <p:spPr>
          <a:xfrm>
            <a:off x="3802654" y="3287245"/>
            <a:ext cx="211476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15 (TH).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VẼ BIỂU ĐỒ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Chọn loại biểu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Cơ cấu (%) 1 năm → tròn / miền 100%
Xu hướng nhiều năm → đường / cột
So sánh nhiều vùng → cột 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Chọn loại biểu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Cơ cấu (%) 1 năm → tròn / miền 100%
Xu hướng nhiều năm → đường / cột
So sánh nhiều vùng → cột 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5 loại cần thành thạo: tròn, cột, đường, miền, kết hợp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Quy trình nhận xét 5 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Xu hướng chung (tăng/giảm)
2. Cực đại, cực tiểu
3. So sánh các mốc
4. Mối quan hệ giữa các đại lượng
5. Giải thích,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Quy trình nhận xét 5 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Xu hướng chung (tăng/giảm)
2. Cực đại, cực tiểu
3. So sánh các mốc
4. Mối quan hệ giữa các đại lượng
5. Giải thích,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Thực hành với số liệu Diện tích–Sản lượng–Năng suất lúa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15 (TH). Vẽ biểu đồ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