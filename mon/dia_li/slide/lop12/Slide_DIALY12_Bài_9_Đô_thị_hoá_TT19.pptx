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THPT|  ĐỊA LÍ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9. Đô thị hoá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……………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đặc điểm đô thị hóa VN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tác động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SƠ ĐỒ TƯ DUY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4008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ĐỊA LÍ 12  |  Bài 9. Đô thị hoá</a:t>
            </a:r>
          </a:p>
        </p:txBody>
      </p:sp>
      <p:pic>
        <p:nvPicPr>
          <p:cNvPr id="5" name="Picture 4" descr="_qr_dia_cc_bai9_k12.ht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352" y="1463040"/>
            <a:ext cx="2286000" cy="228600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 flipH="1" flipV="1">
            <a:off x="3508857" y="2670962"/>
            <a:ext cx="1351179" cy="1283818"/>
          </a:xfrm>
          <a:prstGeom prst="line">
            <a:avLst/>
          </a:prstGeom>
          <a:ln w="4445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2326162" y="2144161"/>
            <a:ext cx="1182695" cy="526801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38017" y="1968560"/>
            <a:ext cx="1688144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38-40% dân đô thị</a:t>
            </a:r>
          </a:p>
        </p:txBody>
      </p:sp>
      <p:cxnSp>
        <p:nvCxnSpPr>
          <p:cNvPr id="9" name="Connector 8"/>
          <p:cNvCxnSpPr/>
          <p:nvPr/>
        </p:nvCxnSpPr>
        <p:spPr>
          <a:xfrm flipH="1" flipV="1">
            <a:off x="2369088" y="2570251"/>
            <a:ext cx="1139769" cy="100711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95091" y="2394651"/>
            <a:ext cx="1773996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Tăng từ 19% (1990)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111532" y="2670962"/>
            <a:ext cx="1397325" cy="426090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2647" y="2820741"/>
            <a:ext cx="1258884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2 đô thị đặc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biệt</a:t>
            </a:r>
          </a:p>
        </p:txBody>
      </p:sp>
      <p:sp>
        <p:nvSpPr>
          <p:cNvPr id="13" name="Oval 12"/>
          <p:cNvSpPr/>
          <p:nvPr/>
        </p:nvSpPr>
        <p:spPr>
          <a:xfrm>
            <a:off x="2770449" y="2259078"/>
            <a:ext cx="1476816" cy="823767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Quy mô đô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thị hóa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4860036" y="2670962"/>
            <a:ext cx="1351178" cy="1283818"/>
          </a:xfrm>
          <a:prstGeom prst="line">
            <a:avLst/>
          </a:prstGeom>
          <a:ln w="44450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6211214" y="2043450"/>
            <a:ext cx="1397325" cy="627512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608539" y="1767138"/>
            <a:ext cx="1258884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2 đô thị đặc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biệt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11214" y="2670962"/>
            <a:ext cx="1354399" cy="0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565613" y="2394651"/>
            <a:ext cx="1344736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5 đô thị loại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I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211214" y="2670962"/>
            <a:ext cx="1268547" cy="627512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79761" y="3022163"/>
            <a:ext cx="1516440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Đô thị mới phát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triển</a:t>
            </a:r>
          </a:p>
        </p:txBody>
      </p:sp>
      <p:sp>
        <p:nvSpPr>
          <p:cNvPr id="21" name="Oval 20"/>
          <p:cNvSpPr/>
          <p:nvPr/>
        </p:nvSpPr>
        <p:spPr>
          <a:xfrm>
            <a:off x="5264779" y="2259078"/>
            <a:ext cx="1892868" cy="823767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Mạng lưới đô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thị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3508857" y="3954780"/>
            <a:ext cx="1351179" cy="1283817"/>
          </a:xfrm>
          <a:prstGeom prst="line">
            <a:avLst/>
          </a:prstGeom>
          <a:ln w="444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1939828" y="4812507"/>
            <a:ext cx="1569029" cy="426090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024351" y="4636907"/>
            <a:ext cx="915476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Tăng GDP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2111532" y="5238597"/>
            <a:ext cx="1397325" cy="0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52647" y="5062997"/>
            <a:ext cx="1258884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Tạo việc làm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2326162" y="5238597"/>
            <a:ext cx="1182695" cy="426090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38017" y="5489087"/>
            <a:ext cx="1688144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Trung tâm đổi mới</a:t>
            </a:r>
          </a:p>
        </p:txBody>
      </p:sp>
      <p:sp>
        <p:nvSpPr>
          <p:cNvPr id="29" name="Oval 28"/>
          <p:cNvSpPr/>
          <p:nvPr/>
        </p:nvSpPr>
        <p:spPr>
          <a:xfrm>
            <a:off x="2493081" y="4826713"/>
            <a:ext cx="2031552" cy="823767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Tác động tích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cực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860036" y="3954780"/>
            <a:ext cx="1351178" cy="1283817"/>
          </a:xfrm>
          <a:prstGeom prst="line">
            <a:avLst/>
          </a:prstGeom>
          <a:ln w="4445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6211214" y="4711796"/>
            <a:ext cx="1139769" cy="526801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50983" y="4536196"/>
            <a:ext cx="1773996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Ô nhiễm môi trường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6211214" y="5137886"/>
            <a:ext cx="1397325" cy="100711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608539" y="4962286"/>
            <a:ext cx="1258884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Tắc nghẽn GT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211214" y="5238597"/>
            <a:ext cx="1268547" cy="426090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479761" y="5388376"/>
            <a:ext cx="1516440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Thiếu nhà ở giá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rẻ</a:t>
            </a:r>
          </a:p>
        </p:txBody>
      </p:sp>
      <p:sp>
        <p:nvSpPr>
          <p:cNvPr id="37" name="Oval 36"/>
          <p:cNvSpPr/>
          <p:nvPr/>
        </p:nvSpPr>
        <p:spPr>
          <a:xfrm>
            <a:off x="5403463" y="4995210"/>
            <a:ext cx="1615500" cy="486773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Thách thức</a:t>
            </a:r>
          </a:p>
        </p:txBody>
      </p:sp>
      <p:sp>
        <p:nvSpPr>
          <p:cNvPr id="38" name="Oval 37"/>
          <p:cNvSpPr/>
          <p:nvPr/>
        </p:nvSpPr>
        <p:spPr>
          <a:xfrm>
            <a:off x="4038417" y="3484793"/>
            <a:ext cx="1643237" cy="939972"/>
          </a:xfrm>
          <a:prstGeom prst="ellipse">
            <a:avLst/>
          </a:prstGeom>
          <a:solidFill>
            <a:srgbClr val="002060"/>
          </a:solidFill>
          <a:ln w="25400">
            <a:solidFill>
              <a:srgbClr val="000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BÀI 9. ĐÔ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THỊ HOÁ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Đô thị hóa VN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Tỉ lệ đô thị: 38-40% (2023), tăng từ 19% (1990)
2 đô thị đặc biệt: HN (~9 triệu), HCM (~10 triệu)
5 đô thị loại I: ĐN, CT, HP, Biên Hòa, Bắc Ninh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Đô thị hóa VN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Tỉ lệ đô thị: 38-40% (2023), tăng từ 19% (1990)
2 đô thị đặc biệt: HN (~9 triệu), HCM (~10 triệu)
5 đô thị loại I: ĐN, CT, HP, Biên Hòa, Bắc Ninh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Đô thị hóa chưa gắn với CNH: hạ tầng chậm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Tác động &amp; Thách thức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Tích cực: tăng GDP, việc làm, trung tâm đổi mới
Thách thức: ô nhiễm, tắc đường, thiếu nhà giá rẻ
Giải pháp: đô thị thông minh, phân bổ dân cư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Tác động &amp; Thách thức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Tích cực: tăng GDP, việc làm, trung tâm đổi mới
Thách thức: ô nhiễm, tắc đường, thiếu nhà giá rẻ
Giải pháp: đô thị thông minh, phân bổ dân cư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Quy hoạch đô thị thông minh là hướng đi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40AF"/>
                </a:solidFill>
                <a:latin typeface="Calibri"/>
              </a:rPr>
              <a:t>Địa lí 12 – Bài 9. Đô thị hoá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6858000" cy="685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5783A"/>
                </a:solidFill>
                <a:latin typeface="Calibri"/>
              </a:rPr>
              <a:t>🔗  https://trangtu66.github.io/Taode_thi_online/dia_cc_bai9_k12.html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6 câu trắc nghiệm + 1 câu đúng/sai
Kết quả ngay lập tức – Xếp hạng 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40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Arial"/>
              </a:rPr>
              <a:t>📱  Quét mã QR để làm bài ngay →</a:t>
            </a:r>
          </a:p>
        </p:txBody>
      </p:sp>
      <p:pic>
        <p:nvPicPr>
          <p:cNvPr id="9" name="Picture 8" descr="QR_CungCo_DIA12_Bai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114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Trường THPT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TTT</dc:creator>
  <cp:keywords/>
  <dc:description>generated using python-pptx</dc:description>
  <cp:lastModifiedBy>TTT</cp:lastModifiedBy>
  <cp:revision>1</cp:revision>
  <dcterms:created xsi:type="dcterms:W3CDTF">2013-01-27T09:14:16Z</dcterms:created>
  <dcterms:modified xsi:type="dcterms:W3CDTF">2013-01-27T09:15:58Z</dcterms:modified>
  <cp:category/>
</cp:coreProperties>
</file>