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9. Đô thị hoá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đặc điểm và xu hướng đô thị hóa ở Việt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tác động của đô thị hóa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Đô thị hóa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Tỉ lệ đô thị: 38–40% (2023), tăng từ 19% (1990)
• Hai đô thị đặc biệt: Hà Nội (~9 triệu) và TP HCM (~10 triệu)
• 5 đô thị loại I: Đà Nẵng, Cần Thơ, Hải Phòng, Biên Hòa, Bắc Ninh
• Mạng lưới đô thị mở rộng nhanh (đô thị mới, khu đô thị)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Đô thị hóa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Tỉ lệ đô thị: 38–40% (2023), tăng từ 19% (1990)
• Hai đô thị đặc biệt: Hà Nội (~9 triệu) và TP HCM (~10 triệu)
• 5 đô thị loại I: Đà Nẵng, Cần Thơ, Hải Phòng, Biên Hòa, Bắc Ninh
• Mạng lưới đô thị mở rộng nhanh (đô thị mới, khu đô thị)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Đô thị hóa chưa gắn kết với CNH: hạ tầng chậm hơn dân số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Tác động và thách thức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Tích cực:
+ Tăng GDP, việc làm
+ Nâng cao chất lượng cuộc sống
+ Trung tâm đổi mới sáng tạo
Thách thức:
- Ô nhiễm môi trường
- Tắc nghẽn giao thông
- Thiếu nhà ở giá rẻ
- Quá tải dịch vụ xã hội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Tác động và thách thức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Tích cực:
+ Tăng GDP, việc làm
+ Nâng cao chất lượng cuộc sống
+ Trung tâm đổi mới sáng tạo
Thách thức:
- Ô nhiễm môi trường
- Tắc nghẽn giao thông
- Thiếu nhà ở giá rẻ
- Quá tải dịch vụ xã hội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Giải pháp: quy hoạch đô thị thông minh, phân bổ dân cư hợp lí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9. Đô thị hoá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https://trangtu66.github.io/Taode_thi_online/dia_cc_bai9_k12.html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