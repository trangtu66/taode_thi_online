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2. Thiên nhiên nhiệt đới ẩm gió mùa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T3-6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……………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Giải thích đặc điểm khí hậu nhiệt đới ẩm gió mùa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ảnh hưởng đến sông ngòi và đất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SƠ ĐỒ TƯ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ĐỊA LÍ 12  |  Bài 2. Thiên nhiên nhiệt đới ẩm gió mùa</a:t>
            </a:r>
          </a:p>
        </p:txBody>
      </p:sp>
      <p:pic>
        <p:nvPicPr>
          <p:cNvPr id="5" name="Picture 4" descr="_qr_dia_cc_bai2_k12.ht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2" y="1463040"/>
            <a:ext cx="2286000" cy="22860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 flipH="1" flipV="1">
            <a:off x="3508857" y="2670962"/>
            <a:ext cx="13511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2197384" y="2244872"/>
            <a:ext cx="1311473" cy="42609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66795" y="1968560"/>
            <a:ext cx="1430588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T°TB &gt; 20°C cả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năm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240310" y="2670962"/>
            <a:ext cx="1268547" cy="10071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23869" y="2596073"/>
            <a:ext cx="1516440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Tổng bức xạ lớn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540792" y="2670962"/>
            <a:ext cx="968065" cy="52680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23387" y="3022163"/>
            <a:ext cx="2117404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Nắng 1400-3000 giờ/năm</a:t>
            </a:r>
          </a:p>
        </p:txBody>
      </p:sp>
      <p:sp>
        <p:nvSpPr>
          <p:cNvPr id="13" name="Oval 12"/>
          <p:cNvSpPr/>
          <p:nvPr/>
        </p:nvSpPr>
        <p:spPr>
          <a:xfrm>
            <a:off x="2770449" y="2427575"/>
            <a:ext cx="1476816" cy="486773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Nhiệt đới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860036" y="2670962"/>
            <a:ext cx="1351178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211214" y="2244872"/>
            <a:ext cx="1053917" cy="42609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65131" y="2069271"/>
            <a:ext cx="1945700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Mưa 1500-2000 mm/năm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1214" y="2670962"/>
            <a:ext cx="1483177" cy="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694391" y="2495362"/>
            <a:ext cx="1087180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Độ ẩm &gt;80%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11214" y="2670962"/>
            <a:ext cx="1397325" cy="42609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608539" y="2921452"/>
            <a:ext cx="1258884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Bốc hơi mạnh</a:t>
            </a:r>
          </a:p>
        </p:txBody>
      </p:sp>
      <p:sp>
        <p:nvSpPr>
          <p:cNvPr id="21" name="Oval 20"/>
          <p:cNvSpPr/>
          <p:nvPr/>
        </p:nvSpPr>
        <p:spPr>
          <a:xfrm>
            <a:off x="5958199" y="2427575"/>
            <a:ext cx="506028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Ẩm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508857" y="3954780"/>
            <a:ext cx="13511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2497866" y="4812507"/>
            <a:ext cx="1010991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6313" y="4636907"/>
            <a:ext cx="2031552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Đông Bắc (11-4): lạnh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2412014" y="5238597"/>
            <a:ext cx="1096843" cy="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52165" y="5062997"/>
            <a:ext cx="1859848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Tây Nam (5-10): mưa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2326162" y="5238597"/>
            <a:ext cx="1182695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38017" y="5489087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Gió Lào: khô nóng</a:t>
            </a:r>
          </a:p>
        </p:txBody>
      </p:sp>
      <p:sp>
        <p:nvSpPr>
          <p:cNvPr id="29" name="Oval 28"/>
          <p:cNvSpPr/>
          <p:nvPr/>
        </p:nvSpPr>
        <p:spPr>
          <a:xfrm>
            <a:off x="2909133" y="4995210"/>
            <a:ext cx="1199448" cy="486773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Gió mùa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60036" y="3954780"/>
            <a:ext cx="1351178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211214" y="4711796"/>
            <a:ext cx="1225621" cy="52680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436835" y="4536196"/>
            <a:ext cx="1602292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Sông lũ theo mùa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211214" y="5238597"/>
            <a:ext cx="1182695" cy="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393909" y="4962286"/>
            <a:ext cx="1688144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Đất feralit + phù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sa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211214" y="5238597"/>
            <a:ext cx="1182695" cy="52680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393909" y="5589798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Thiên tai bão, lũ</a:t>
            </a:r>
          </a:p>
        </p:txBody>
      </p:sp>
      <p:sp>
        <p:nvSpPr>
          <p:cNvPr id="37" name="Oval 36"/>
          <p:cNvSpPr/>
          <p:nvPr/>
        </p:nvSpPr>
        <p:spPr>
          <a:xfrm>
            <a:off x="5542147" y="4995210"/>
            <a:ext cx="1338132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Tác động</a:t>
            </a:r>
          </a:p>
        </p:txBody>
      </p:sp>
      <p:sp>
        <p:nvSpPr>
          <p:cNvPr id="38" name="Oval 37"/>
          <p:cNvSpPr/>
          <p:nvPr/>
        </p:nvSpPr>
        <p:spPr>
          <a:xfrm>
            <a:off x="3566891" y="3287245"/>
            <a:ext cx="2586288" cy="1335069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BÀI 2. THIÊN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NHIÊN NHIỆT ĐỚI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ẨM GIÓ MÙA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Đặc điểm khí hậu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Nhiệt đới: T°TB &gt; 20°C; tổng BX lớn
Ẩm: mưa 1500-2000 mm/năm; độ ẩm &gt; 80%
Gió mùa: ĐB (11-4) và TN (5-10)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Đặc điểm khí hậu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Nhiệt đới: T°TB &gt; 20°C; tổng BX lớn
Ẩm: mưa 1500-2000 mm/năm; độ ẩm &gt; 80%
Gió mùa: ĐB (11-4) và TN (5-10)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Gió Lào (Phơn TN): khô nóng BTrung Bộ tháng 5-8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Ảnh hưởng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Sông ngòi: mùa lũ = mùa mưa; mạng lưới dày
Đất: feralit (đỏ vàng) + phù sa đồng bằng
Thách thức: lũ lụt, hạn hán, bão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Ảnh hưởng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Sông ngòi: mùa lũ = mùa mưa; mạng lưới dày
Đất: feralit (đỏ vàng) + phù sa đồng bằng
Thách thức: lũ lụt, hạn hán, bão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địa phương: mùa mưa tháng 10-12, gió ĐB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Địa lí 12 – Bài 2. Thiên nhiên nhiệt đới ẩm gió mùa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https://trangtu66.github.io/Taode_thi_online/dia_cc_bai2_k12.html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DIA12_Bai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Trường THPT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