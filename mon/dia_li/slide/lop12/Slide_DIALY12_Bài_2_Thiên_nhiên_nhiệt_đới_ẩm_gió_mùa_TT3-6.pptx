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2. Thiên nhiên nhiệt đới ẩm gió mùa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đặc điểm khí hậu nhiệt đới ẩm gió mùa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ảnh hưởng đến sông ngòi và đất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2. Thiên nhiên nhiệt đới ẩm gió mùa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2. Thiên nhiên nhiệt đới ẩm gió mùa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Nhiệt đới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T°TB &gt; 20°C cả năm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Tổng bức xạ lớn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Nắng 1400-3000 giờ/năm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Ẩm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Mưa 1500-2000 mm/năm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Độ ẩm &gt;80%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Bốc hơi mạnh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Gió mùa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Đông Bắc (11-4): lạnh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Tây Nam (5-10): mưa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Gió Lào: khô nóng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Tác động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Sông lũ theo mùa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Đất feralit + phù sa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Thiên tai bão, lũ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Đặc điểm khí hậu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Nhiệt đới: T°TB &gt; 20°C; tổng BX lớn
Ẩm: mưa 1500-2000 mm/năm; độ ẩm &gt; 80%
Gió mùa: ĐB (11-4) và TN (5-10)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Đặc điểm khí hậu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Nhiệt đới: T°TB &gt; 20°C; tổng BX lớn
Ẩm: mưa 1500-2000 mm/năm; độ ẩm &gt; 80%
Gió mùa: ĐB (11-4) và TN (5-10)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Gió Lào (Phơn TN): khô nóng BTrung Bộ tháng 5-8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Sông ngòi: mùa lũ = mùa mưa; mạng lưới dày
Đất: feralit (đỏ vàng) + phù sa đồng bằng
Thách thức: lũ lụt, hạn hán, bão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Sông ngòi: mùa lũ = mùa mưa; mạng lưới dày
Đất: feralit (đỏ vàng) + phù sa đồng bằng
Thách thức: lũ lụt, hạn hán, bão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Thạnh: mùa mưa tháng 10-12, gió ĐB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2. Thiên nhiên nhiệt đới ẩm gió mùa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