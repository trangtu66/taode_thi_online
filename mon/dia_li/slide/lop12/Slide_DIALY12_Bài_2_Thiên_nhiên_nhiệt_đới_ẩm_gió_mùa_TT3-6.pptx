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2. Thiên nhiên nhiệt đới ẩm gió mùa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T3-6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đặc điểm khí hậu nhiệt đới ẩm gió mùa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tác động đến sông ngòi và thổ nhưỡng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thuận lợi và khó khăn của khí hậu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Đặc điểm khí hậu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Nhiệt đới:
• Nhiệt độ TB &gt; 20°C (cả năm)
• Tổng bức xạ nhiệt lớn
Ẩm:
• Lượng mưa 1 500–2 000 mm/năm
• Độ ẩm &gt; 80%
Gió mùa:
• Gió ĐB (11–4): lạnh khô/ẩm ở Bắc
• Gió TN (5–10): mưa miền Nam và Tây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Đặc điểm khí hậu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Nhiệt đới:
• Nhiệt độ TB &gt; 20°C (cả năm)
• Tổng bức xạ nhiệt lớn
Ẩm:
• Lượng mưa 1 500–2 000 mm/năm
• Độ ẩm &gt; 80%
Gió mùa:
• Gió ĐB (11–4): lạnh khô/ẩm ở Bắc
• Gió TN (5–10): mưa miền Nam và Tây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Phơn Tây Nam (gió Lào): khô nóng Bắc–Nam Trung Bộ tháng 5–8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Ảnh hưởng đến sông ngòi và đất đai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Sông ngòi: mùa lũ trùng mùa mưa; mạng lưới dày
Thổ nhưỡng: chủ yếu feralit (đất đỏ vàng); ở đồng bằng: phù sa màu mỡ
Sinh vật: rừng nhiệt đới ẩm thường xanh
Thách thức: lũ lụt, hạn hán, bão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Ảnh hưởng đến sông ngòi và đất đai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Sông ngòi: mùa lũ trùng mùa mưa; mạng lưới dày
Thổ nhưỡng: chủ yếu feralit (đất đỏ vàng); ở đồng bằng: phù sa màu mỡ
Sinh vật: rừng nhiệt đới ẩm thường xanh
Thách thức: lũ lụt, hạn hán, bão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Vĩnh Thạnh: mùa mưa tháng 10–12, chịu ảnh hưởng gió ĐB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2. Thiên nhiên nhiệt đới ẩm gió mùa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