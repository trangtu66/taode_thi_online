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ĐỊA LÍ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16. Chuyển dịch cơ cấu CN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Lê Thuỳ Dung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xu hướng chuyển dịch cơ cấu công nghiệp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Đánh giá các ngành CN mũi nhọn của Việt Nam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Chuyển dịch cơ cấu CN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Xu hướng:
• Tăng tỉ trọng CN chế biến–chế tạo (điện tử, may mặc, thực phẩm)
• Giảm tỉ trọng khai thác (than, dầu thô)
• Phát triển năng lượng tái tạo (gió, mặt trời)
CN điện tử:
• Samsung: 20 tỉ USD, xuất khẩu điện thoại #1
• Intel, LG, Panasonic, Canon...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Chuyển dịch cơ cấu CN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Xu hướng:
• Tăng tỉ trọng CN chế biến–chế tạo (điện tử, may mặc, thực phẩm)
• Giảm tỉ trọng khai thác (than, dầu thô)
• Phát triển năng lượng tái tạo (gió, mặt trời)
CN điện tử:
• Samsung: 20 tỉ USD, xuất khẩu điện thoại #1
• Intel, LG, Panasonic, Canon...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Top xuất khẩu 2023: điện thoại/linh kiện #1, máy móc #2, dệt may #3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Phân bố CN theo vùng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Hai vùng CN lớn nhất:
1. Vùng KTTĐ phía Bắc: Hà Nội, Hải Phòng, Bắc Ninh, Thái Nguyên (điện tử Samsung)
2. Vùng KTTĐ phía Nam: TP HCM, Bình Dương, Đồng Nai (đa ngành)
Vùng KTTĐ miền Trung đang thu hút đầu tư:
Bình Định: KKT Nhơn Hội – cảng Quy Nhơn – điện tái tạo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Phân bố CN theo vùng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Hai vùng CN lớn nhất:
1. Vùng KTTĐ phía Bắc: Hà Nội, Hải Phòng, Bắc Ninh, Thái Nguyên (điện tử Samsung)
2. Vùng KTTĐ phía Nam: TP HCM, Bình Dương, Đồng Nai (đa ngành)
Vùng KTTĐ miền Trung đang thu hút đầu tư:
Bình Định: KKT Nhơn Hội – cảng Quy Nhơn – điện tái tạo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Bình Định có tiềm năng điện gió, mặt trời lớn ở duyên hải miền Trung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1E40AF"/>
                </a:solidFill>
                <a:latin typeface="Calibri"/>
              </a:rPr>
              <a:t>Địa lí 12 – Bài 16. Chuyển dịch cơ cấu CN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11274552" cy="73152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5783A"/>
                </a:solidFill>
                <a:latin typeface="Calibri"/>
              </a:rPr>
              <a:t>🔗 https://trangtu66.github.io/Taode_thi_online/dia_cc_bai16_k12.html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Quét mã QR hoặc truy cập đường link để làm bài củng cố trực tuyến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49039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📱 Làm bài trực tuyến – Kết quả ngay lập tức – Theo dõi tiến độ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