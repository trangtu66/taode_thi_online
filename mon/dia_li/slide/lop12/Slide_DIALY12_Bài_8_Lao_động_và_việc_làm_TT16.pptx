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8. Lao động và việc làm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đặc điểm LĐ VN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thách thức việc làm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Giải pháp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8. Lao động và việc làm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8. Lao động và việc làm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Số lượng &amp; chất lượng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52 triệu LĐ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Cần cù, khéo léo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Kĩ năng số còn hạn chế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Cơ cấu theo ngành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N-L-NG 27%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CN-XD 34%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Dịch vụ 39%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Thách thức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Thất nghiệp đô thị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Già hóa LĐ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Tự động hóa thay thế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Giải pháp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Đào tạo nghề chất lượng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Xuất khẩu LĐ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Kĩ năng số–4.0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Đặc điểm LĐ VN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~52 triệu LĐ; cần cù, khéo léo, tiếp thu nhanh
Hạn chế: tỉ lệ đào tạo chưa cao; kĩ năng mềm &amp; ngoại ngữ
Cơ cấu: N-L-NG 27%; CN-XD 34%; DV 39%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Đặc điểm LĐ VN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~52 triệu LĐ; cần cù, khéo léo, tiếp thu nhanh
Hạn chế: tỉ lệ đào tạo chưa cao; kĩ năng mềm &amp; ngoại ngữ
Cơ cấu: N-L-NG 27%; CN-XD 34%; DV 39%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Xu hướng: dịch chuyển sang CN-DV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Giải pháp việc làm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1. Đổi mới GD đào tạo nghề
2. Gắn đào tạo với nhu cầu DN
3. XK LĐ có kĩ năng
4. Cách mạng 4.0: kĩ năng số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Giải pháp việc làm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1. Đổi mới GD đào tạo nghề
2. Gắn đào tạo với nhu cầu DN
3. XK LĐ có kĩ năng
4. Cách mạng 4.0: kĩ năng số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Đầu tư vào con người là đầu tư sinh lợi cao nhất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8. Lao động và việc làm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https://trangtu66.github.io/Taode_thi_online/dia_cc_bai8_k12.html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