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 VĨNH THẠNH  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3. Sự phân hoá thiên nhiên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T7-10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Lê Thuỳ Dung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Vĩnh Thạnh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phân hóa B-N, Đ-T, theo độ cao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Nhận biết 3 miền địa lí tự nhiên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3. Sự phân hoá thiên nhiên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3. Sự phân hoá thiên nhiên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Phân hóa B-N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Ranh giới Bạch Mã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Miền Bắc: 4 mùa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Miền Nam: 2 mùa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Phân hóa Đ-T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Đồng bằng ven biển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Núi Trường Sơn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Cao nguyên – đồi núi TN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Phân hóa theo độ cao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Đai nhiệt đới &lt;600m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Đai cận nhiệt 600-2600m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Đai ôn đới &gt;2600m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 miền địa lí TN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Bắc và ĐB Bắc Bộ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Tây Bắc và Bắc Trung Bộ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Nam Trung Bộ và Nam Bộ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Phân hóa B-N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Ranh giới: dãy Bạch Mã
Miền Bắc: có mùa đông lạnh
Miền Nam: không có mùa đông lạnh, xanh quanh năm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Phân hóa B-N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Ranh giới: dãy Bạch Mã
Miền Bắc: có mùa đông lạnh
Miền Nam: không có mùa đông lạnh, xanh quanh năm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Mưa ngược nhau B↔N do Trường Sơn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3 miền địa lí tự nhiên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1. Bắc và ĐB Bắc Bộ: Fansipan, 4 mùa
2. Tây Bắc và Bắc Trung Bộ: núi cao, gió Lào
3. Nam Trung Bộ và Nam Bộ: Tây Nguyên ba dan, ĐBSCL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3 miền địa lí tự nhiên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1. Bắc và ĐB Bắc Bộ: Fansipan, 4 mùa
2. Tây Bắc và Bắc Trung Bộ: núi cao, gió Lào
3. Nam Trung Bộ và Nam Bộ: Tây Nguyên ba dan, ĐBSCL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Vĩnh Thạnh thuộc miền Nam Trung Bộ và Nam Bộ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3. Sự phân hoá thiên nhiên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https://trangtu66.github.io/Taode_thi_online/dia_cc_bai3_k12.html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THPT Vĩnh Thạnh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