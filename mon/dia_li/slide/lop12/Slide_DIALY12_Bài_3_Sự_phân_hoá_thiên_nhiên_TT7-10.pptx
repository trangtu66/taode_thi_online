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3. Sự phân hoá thiên nhiên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T7-10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sự phân hóa thiên nhiên B–N, Đ–T, theo độ cao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Nhận biết đặc điểm 3 miền địa lí tự nhiên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Phân hóa B–N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Ranh giới: dãy Bạch Mã
Miền Bắc (phía Bắc Bạch Mã):
• Có mùa đông lạnh
• Rừng nhiệt đới xanh lá rộng
Miền Nam (phía Nam Bạch Mã):
• Không có mùa đông lạnh
• Rừng nhiệt đới quanh năm xanh tươi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Phân hóa B–N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Ranh giới: dãy Bạch Mã
Miền Bắc (phía Bắc Bạch Mã):
• Có mùa đông lạnh
• Rừng nhiệt đới xanh lá rộng
Miền Nam (phía Nam Bạch Mã):
• Không có mùa đông lạnh
• Rừng nhiệt đới quanh năm xanh tươi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Mưa theo mùa ngược nhau B↔N do địa hình Trường Sơn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3 miền địa lí tự nhiên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Miền Bắc và Đông Bắc Bắc Bộ:
   Hoàng Liên Sơn–Fansipan, 4 mùa rõ
2. Miền Tây Bắc và Bắc Trung Bộ:
   Núi cao TBắc, đồng bằng hẹp, gió Lào
3. Miền Nam Trung Bộ và Nam Bộ:
   Tây Nguyên ba dan, ĐBSCL rộng, khí hậu chia 2 mùa rõ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3 miền địa lí tự nhiên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Miền Bắc và Đông Bắc Bắc Bộ:
   Hoàng Liên Sơn–Fansipan, 4 mùa rõ
2. Miền Tây Bắc và Bắc Trung Bộ:
   Núi cao TBắc, đồng bằng hẹp, gió Lào
3. Miền Nam Trung Bộ và Nam Bộ:
   Tây Nguyên ba dan, ĐBSCL rộng, khí hậu chia 2 mùa rõ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Vĩnh Thạnh (Bình Định) thuộc miền Nam Trung Bộ và Nam Bộ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3. Sự phân hoá thiên nhiên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https://trangtu66.github.io/Taode_thi_online/dia_cc_bai3_k12.html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