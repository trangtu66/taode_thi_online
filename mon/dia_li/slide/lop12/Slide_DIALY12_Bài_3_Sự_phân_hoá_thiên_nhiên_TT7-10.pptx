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3. Sự phân hoá thiên nhiên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T7-10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phân hóa B-N, Đ-T, theo độ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biết 3 miền địa lí tự nhiên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3. Sự phân hoá thiên nhiên</a:t>
            </a:r>
          </a:p>
        </p:txBody>
      </p:sp>
      <p:pic>
        <p:nvPicPr>
          <p:cNvPr id="5" name="Picture 4" descr="_qr_dia_cc_bai3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326162" y="2244872"/>
            <a:ext cx="1182695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8017" y="2069271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Ranh giới Bạch Mã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240310" y="2670962"/>
            <a:ext cx="1268547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23869" y="2495362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Miền Bắc: 4 mùa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240310" y="2670962"/>
            <a:ext cx="1268547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3869" y="2921452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Miền Nam: 2 mùa</a:t>
            </a:r>
          </a:p>
        </p:txBody>
      </p:sp>
      <p:sp>
        <p:nvSpPr>
          <p:cNvPr id="13" name="Oval 12"/>
          <p:cNvSpPr/>
          <p:nvPr/>
        </p:nvSpPr>
        <p:spPr>
          <a:xfrm>
            <a:off x="2562423" y="2427575"/>
            <a:ext cx="1892868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Phân hóa B-N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144161"/>
            <a:ext cx="1139769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50983" y="1968560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Đồng bằng ven biển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211214" y="2570251"/>
            <a:ext cx="1311473" cy="10071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22687" y="2394651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Núi Trường Sơn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225621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36835" y="2820741"/>
            <a:ext cx="1602292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Cao nguyên – đồi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núi TN</a:t>
            </a:r>
          </a:p>
        </p:txBody>
      </p:sp>
      <p:sp>
        <p:nvSpPr>
          <p:cNvPr id="21" name="Oval 20"/>
          <p:cNvSpPr/>
          <p:nvPr/>
        </p:nvSpPr>
        <p:spPr>
          <a:xfrm>
            <a:off x="5264779" y="2427575"/>
            <a:ext cx="1892868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Phân hóa Đ-T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412014" y="4812507"/>
            <a:ext cx="1096843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2165" y="4636907"/>
            <a:ext cx="1859848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Đai nhiệt đới &lt;600m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583718" y="5238597"/>
            <a:ext cx="925139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0461" y="5062997"/>
            <a:ext cx="2203256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Đai cận nhiệt 600-2600m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26162" y="5238597"/>
            <a:ext cx="1182695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38017" y="548908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Đai ôn đới &gt;2600m</a:t>
            </a:r>
          </a:p>
        </p:txBody>
      </p:sp>
      <p:sp>
        <p:nvSpPr>
          <p:cNvPr id="29" name="Oval 28"/>
          <p:cNvSpPr/>
          <p:nvPr/>
        </p:nvSpPr>
        <p:spPr>
          <a:xfrm>
            <a:off x="2493081" y="4826713"/>
            <a:ext cx="2031552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Phân hóa theo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độ cao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611085"/>
            <a:ext cx="1354399" cy="627512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65613" y="4334774"/>
            <a:ext cx="1344736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Bắc và ĐB Bắc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Bộ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311473" cy="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22687" y="4962286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Tây Bắc và Bắc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Trung Bộ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268547" cy="627512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479761" y="5589798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Nam Trung Bộ và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Nam Bộ</a:t>
            </a:r>
          </a:p>
        </p:txBody>
      </p:sp>
      <p:sp>
        <p:nvSpPr>
          <p:cNvPr id="37" name="Oval 36"/>
          <p:cNvSpPr/>
          <p:nvPr/>
        </p:nvSpPr>
        <p:spPr>
          <a:xfrm>
            <a:off x="5403463" y="4826713"/>
            <a:ext cx="1615500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3 miền địa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lí TN</a:t>
            </a:r>
          </a:p>
        </p:txBody>
      </p:sp>
      <p:sp>
        <p:nvSpPr>
          <p:cNvPr id="38" name="Oval 37"/>
          <p:cNvSpPr/>
          <p:nvPr/>
        </p:nvSpPr>
        <p:spPr>
          <a:xfrm>
            <a:off x="3645479" y="3089696"/>
            <a:ext cx="2429113" cy="1730166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3. SỰ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PHÂN HOÁ ĐA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DẠNG CỦA THIÊN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NHIÊN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Phân hóa B-N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Ranh giới: dãy Bạch Mã
Miền Bắc: có mùa đông lạnh
Miền Nam: không có mùa đông lạnh, xanh quanh năm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Phân hóa B-N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Ranh giới: dãy Bạch Mã
Miền Bắc: có mùa đông lạnh
Miền Nam: không có mùa đông lạnh, xanh quanh năm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Mưa ngược nhau B↔N do Trường Sơn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3 miền địa lí tự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Bắc và ĐB Bắc Bộ: Fansipan, 4 mùa
2. Tây Bắc và Bắc Trung Bộ: núi cao, gió Lào
3. Nam Trung Bộ và Nam Bộ: Tây Nguyên ba dan, ĐBSCL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3 miền địa lí tự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Bắc và ĐB Bắc Bộ: Fansipan, 4 mùa
2. Tây Bắc và Bắc Trung Bộ: núi cao, gió Lào
3. Nam Trung Bộ và Nam Bộ: Tây Nguyên ba dan, ĐBSCL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địa phương thuộc miền Nam Trung Bộ và Nam Bộ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3. Sự phân hoá thiên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https://trangtu66.github.io/Taode_thi_online/dia_cc_bai3_k12.html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