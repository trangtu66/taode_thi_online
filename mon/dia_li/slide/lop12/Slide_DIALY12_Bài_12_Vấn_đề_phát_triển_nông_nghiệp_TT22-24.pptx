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12. Vấn đề phát triển nông nghiệp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T22-24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……………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điều kiện và thực trạng NN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vùng NN trọng điểm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SƠ ĐỒ TƯ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ĐỊA LÍ 12  |  Bài 12. Vấn đề phát triển nông nghiệp</a:t>
            </a:r>
          </a:p>
        </p:txBody>
      </p:sp>
      <p:pic>
        <p:nvPicPr>
          <p:cNvPr id="5" name="Picture 4" descr="_qr_dia_cc_bai12_k12.ht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352" y="1463040"/>
            <a:ext cx="2286000" cy="228600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 flipH="1" flipV="1">
            <a:off x="3508857" y="2670962"/>
            <a:ext cx="1351179" cy="1283818"/>
          </a:xfrm>
          <a:prstGeom prst="line">
            <a:avLst/>
          </a:prstGeom>
          <a:ln w="444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2111532" y="2043450"/>
            <a:ext cx="1397325" cy="627512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852647" y="1867849"/>
            <a:ext cx="1258884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Gạo top 3 TG</a:t>
            </a:r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2111532" y="2570251"/>
            <a:ext cx="1397325" cy="100711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52647" y="2293940"/>
            <a:ext cx="1258884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Cà phê top 2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TG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240310" y="2670962"/>
            <a:ext cx="1268547" cy="526801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3869" y="2921452"/>
            <a:ext cx="1516440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Tôm cá tra hàng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đầu</a:t>
            </a:r>
          </a:p>
        </p:txBody>
      </p:sp>
      <p:sp>
        <p:nvSpPr>
          <p:cNvPr id="13" name="Oval 12"/>
          <p:cNvSpPr/>
          <p:nvPr/>
        </p:nvSpPr>
        <p:spPr>
          <a:xfrm>
            <a:off x="2562423" y="2259078"/>
            <a:ext cx="1892868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Thành tựu NN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VN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4860036" y="2670962"/>
            <a:ext cx="1351178" cy="1283818"/>
          </a:xfrm>
          <a:prstGeom prst="line">
            <a:avLst/>
          </a:prstGeom>
          <a:ln w="44450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6211214" y="2244872"/>
            <a:ext cx="1096843" cy="426090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308057" y="2069271"/>
            <a:ext cx="1859848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Lúa: ĐBSCL 3 vụ/năm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11214" y="2670962"/>
            <a:ext cx="1139769" cy="0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350983" y="2495362"/>
            <a:ext cx="1773996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Cà phê: Tây Nguyên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11214" y="2670962"/>
            <a:ext cx="1182695" cy="426090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393909" y="2921452"/>
            <a:ext cx="1688144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Cây ăn quả: ĐBSCL</a:t>
            </a:r>
          </a:p>
        </p:txBody>
      </p:sp>
      <p:sp>
        <p:nvSpPr>
          <p:cNvPr id="21" name="Oval 20"/>
          <p:cNvSpPr/>
          <p:nvPr/>
        </p:nvSpPr>
        <p:spPr>
          <a:xfrm>
            <a:off x="5195437" y="2259078"/>
            <a:ext cx="2031552" cy="823767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Vùng NN trọng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điểm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3508857" y="3954780"/>
            <a:ext cx="1351179" cy="1283817"/>
          </a:xfrm>
          <a:prstGeom prst="line">
            <a:avLst/>
          </a:prstGeom>
          <a:ln w="444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2154458" y="4812507"/>
            <a:ext cx="1354399" cy="42609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09721" y="4636907"/>
            <a:ext cx="1344736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Nhà kính, IoT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2369088" y="5238597"/>
            <a:ext cx="1139769" cy="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95091" y="5062997"/>
            <a:ext cx="1773996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Giống chịu hạn mặn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2454940" y="5238597"/>
            <a:ext cx="1053917" cy="42609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09239" y="5489087"/>
            <a:ext cx="1945700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OCOP, thương hiệu GI</a:t>
            </a:r>
          </a:p>
        </p:txBody>
      </p:sp>
      <p:sp>
        <p:nvSpPr>
          <p:cNvPr id="29" name="Oval 28"/>
          <p:cNvSpPr/>
          <p:nvPr/>
        </p:nvSpPr>
        <p:spPr>
          <a:xfrm>
            <a:off x="2770449" y="4995210"/>
            <a:ext cx="1476816" cy="486773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Hướng CNC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860036" y="3954780"/>
            <a:ext cx="1351178" cy="1283817"/>
          </a:xfrm>
          <a:prstGeom prst="line">
            <a:avLst/>
          </a:prstGeom>
          <a:ln w="4445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211214" y="4711796"/>
            <a:ext cx="1182695" cy="526801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93909" y="4536196"/>
            <a:ext cx="1688144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Cà phê địa phương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211214" y="5238597"/>
            <a:ext cx="1225621" cy="0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436835" y="4962286"/>
            <a:ext cx="1602292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Lúa Phù Cát, Tuy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Phước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211214" y="5238597"/>
            <a:ext cx="1182695" cy="526801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393909" y="5589798"/>
            <a:ext cx="1688144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Thủy sản ven biển</a:t>
            </a:r>
          </a:p>
        </p:txBody>
      </p:sp>
      <p:sp>
        <p:nvSpPr>
          <p:cNvPr id="37" name="Oval 36"/>
          <p:cNvSpPr/>
          <p:nvPr/>
        </p:nvSpPr>
        <p:spPr>
          <a:xfrm>
            <a:off x="5472805" y="4995210"/>
            <a:ext cx="1476816" cy="486773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Bình Định</a:t>
            </a:r>
          </a:p>
        </p:txBody>
      </p:sp>
      <p:sp>
        <p:nvSpPr>
          <p:cNvPr id="38" name="Oval 37"/>
          <p:cNvSpPr/>
          <p:nvPr/>
        </p:nvSpPr>
        <p:spPr>
          <a:xfrm>
            <a:off x="3724066" y="3287245"/>
            <a:ext cx="2271938" cy="1335069"/>
          </a:xfrm>
          <a:prstGeom prst="ellipse">
            <a:avLst/>
          </a:prstGeom>
          <a:solidFill>
            <a:srgbClr val="002060"/>
          </a:solidFill>
          <a:ln w="25400">
            <a:solidFill>
              <a:srgbClr val="000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BÀI 12. VẤN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ĐỀ PHÁT TRIỂN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NÔNG NGHIỆP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Thành tựu NN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Gạo top 3 TG; cà phê top 2; hồ tiêu top 1
Tôm và cá tra hàng đầu TG
Vùng: lúa ĐBSCL; cà phê Tây Nguyên; cây ăn quả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Thành tựu NN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Gạo top 3 TG; cà phê top 2; hồ tiêu top 1
Tôm và cá tra hàng đầu TG
Vùng: lúa ĐBSCL; cà phê Tây Nguyên; cây ăn quả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Cà phê Robusta VN: XK đứng 1 TG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Hướng bền vững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NN CNC: nhà kính, IoT, giống lai
Chuỗi giá trị: farmer–processor–exporter
Canh tác hữu cơ; OCOP, GI
Bình Định: cà phê (VThạnh), lúa, thủy sản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Hướng bền vững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NN CNC: nhà kính, IoT, giống lai
Chuỗi giá trị: farmer–processor–exporter
Canh tác hữu cơ; OCOP, GI
Bình Định: cà phê (VThạnh), lúa, thủy sản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Liên kết HTX + DN là mô hình hiệu quả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Địa lí 12 – Bài 12. Vấn đề phát triển nông nghiệp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https://trangtu66.github.io/Taode_thi_online/dia_cc_bai12_k12.html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DIA12_Bai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Trường THPT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