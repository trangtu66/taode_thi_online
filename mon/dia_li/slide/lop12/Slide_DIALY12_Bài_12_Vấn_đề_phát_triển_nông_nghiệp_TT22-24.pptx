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12. Vấn đề phát triển nông nghiệp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điều kiện và thực trạng NN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vùng NN trọng điểm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12. Vấn đề phát triển nông nghiệp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12. Vấn đề phát triển nông nghiệp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Thành tựu NN VN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Gạo top 3 TG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Cà phê top 2 TG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Tôm cá tra hàng đầu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Vùng NN trọng điểm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Lúa: ĐBSCL 3 vụ/năm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Cà phê: Tây Nguyên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Cây ăn quả: ĐBSCL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Hướng CNC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Nhà kính, IoT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Giống chịu hạn mặn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OCOP, thương hiệu GI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Bình Định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Cà phê Vĩnh Thạnh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Lúa Phù Cát, Tuy Phước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Thủy sản ven biển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Thành tựu NN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Gạo top 3 TG; cà phê top 2; hồ tiêu top 1
Tôm và cá tra hàng đầu TG
Vùng: lúa ĐBSCL; cà phê Tây Nguyên; cây ăn quả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Thành tựu NN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Gạo top 3 TG; cà phê top 2; hồ tiêu top 1
Tôm và cá tra hàng đầu TG
Vùng: lúa ĐBSCL; cà phê Tây Nguyên; cây ăn quả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Cà phê Robusta VN: XK đứng 1 TG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Hướng bền vững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NN CNC: nhà kính, IoT, giống lai
Chuỗi giá trị: farmer–processor–exporter
Canh tác hữu cơ; OCOP, GI
Bình Định: cà phê (VThạnh), lúa, thủy sản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Hướng bền vững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NN CNC: nhà kính, IoT, giống lai
Chuỗi giá trị: farmer–processor–exporter
Canh tác hữu cơ; OCOP, GI
Bình Định: cà phê (VThạnh), lúa, thủy sản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Liên kết HTX + DN là mô hình hiệu quả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12. Vấn đề phát triển nông nghiệp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https://trangtu66.github.io/Taode_thi_online/dia_cc_bai12_k12.html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