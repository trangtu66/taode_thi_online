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THPT VĨNH THẠNH  |  ĐỊA LÍ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Bài 12. Vấn đề phát triển nông nghiệp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T22-24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Lê Thuỳ Dung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THPT Vĩnh Thạnh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điều kiện và thực trạng phát triển nông nghiệp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vùng nông nghiệp trọng điểm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Nhận xét hướng phát triển bền vững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Nông nghiệp Việt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Thành tựu:
• Xuất khẩu gạo top 3 TG; cà phê top 2; hồ tiêu top 1
• Tôm và cá tra hàng đầu thế giới
Vùng trọng điểm:
• Lúa: ĐBSCL (3 vụ/năm, 50% diện tích)
• Cà phê, cao su: Tây Nguyên
• Cây ăn quả: ĐBSCL, ĐNBộ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Nông nghiệp Việt Nam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Thành tựu:
• Xuất khẩu gạo top 3 TG; cà phê top 2; hồ tiêu top 1
• Tôm và cá tra hàng đầu thế giới
Vùng trọng điểm:
• Lúa: ĐBSCL (3 vụ/năm, 50% diện tích)
• Cà phê, cao su: Tây Nguyên
• Cây ăn quả: ĐBSCL, ĐNBộ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Cà phê Robusta VN: xuất khẩu đứng 1 TG về Robusta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Hướng phát triển bền vững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Nông nghiệp CNC: nhà kính, IoT, giống lai
2. Chuỗi giá trị: liên kết farmer–processor–exporter
3. Canh tác hữu cơ: giảm hóa chất
4. Thương hiệu: OCOP, GI
5. Ứng phó BĐKH: giống chịu hạn mặn
Bình Định: cà phê (Vĩnh Thạnh), lúa (Phù Cát, Tuy Phước), thủy sản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Hướng phát triển bền vững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Nông nghiệp CNC: nhà kính, IoT, giống lai
2. Chuỗi giá trị: liên kết farmer–processor–exporter
3. Canh tác hữu cơ: giảm hóa chất
4. Thương hiệu: OCOP, GI
5. Ứng phó BĐKH: giống chịu hạn mặn
Bình Định: cà phê (Vĩnh Thạnh), lúa (Phù Cát, Tuy Phước), thủy sản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Liên kết hộ nông dân + HTX + doanh nghiệp là mô hình hiệu quả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745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1E40AF"/>
                </a:solidFill>
                <a:latin typeface="Calibri"/>
              </a:rPr>
              <a:t>Địa lí 12 – Bài 12. Vấn đề phát triển nông nghiệp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194560"/>
            <a:ext cx="11274552" cy="73152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2240280"/>
            <a:ext cx="1109167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5783A"/>
                </a:solidFill>
                <a:latin typeface="Calibri"/>
              </a:rPr>
              <a:t>🔗 https://trangtu66.github.io/Taode_thi_online/dia_cc_bai12_k12.html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7455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Quét mã QR hoặc truy cập đường link để làm bài củng cố trực tuyến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112745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📱 Làm bài trực tuyến – Kết quả ngay lập tức – Theo dõi tiến độ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THPT Vĩnh Thạnh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