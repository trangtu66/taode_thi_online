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 VĨNH THẠNH  |  ĐỊA LÍ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Bài 14. Tổ chức lãnh thổ NN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Lê Thuỳ Dung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Vĩnh Thạnh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Phân tích các hình thức tổ chức lãnh thổ nông nghiệp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Đánh giá các vùng nông nghiệp Việt Nam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Các vùng nông nghiệp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7 vùng nông nghiệp:
1. Trung du miền núi phía Bắc: chè, cây CN
2. ĐBSH: lúa, rau màu
3. Bắc Trung Bộ: lúa, cây CN, lâm nghiệp
4. Duyên hải NTrung Bộ: lúa, thủy sản, cây ăn quả
5. Tây Nguyên: cà phê, cao su, hồ tiêu
6. Đông Nam Bộ: cao su, cây CN, cây ăn quả
7. ĐBSCL: lúa, thủy sản, cây ăn quả nhiệt đới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Các vùng nông nghiệp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7 vùng nông nghiệp:
1. Trung du miền núi phía Bắc: chè, cây CN
2. ĐBSH: lúa, rau màu
3. Bắc Trung Bộ: lúa, cây CN, lâm nghiệp
4. Duyên hải NTrung Bộ: lúa, thủy sản, cây ăn quả
5. Tây Nguyên: cà phê, cao su, hồ tiêu
6. Đông Nam Bộ: cao su, cây CN, cây ăn quả
7. ĐBSCL: lúa, thủy sản, cây ăn quả nhiệt đới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Vùng 4 – Duyên hải NTrung Bộ: Bình Định nằm ở đây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Hình thức tổ chức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Trang trại: 30 000–35 000 trang trại cả nước
HTX nông nghiệp: liên kết hộ sản xuất
Cánh đồng liên kết: ký hợp đồng doanh nghiệp
Khu NN CNC: Đà Lạt, TP HCM, Bình Dương
Bình Định: trang trại cà phê (Vĩnh Thạnh), mô hình VAC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Hình thức tổ chức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Trang trại: 30 000–35 000 trang trại cả nước
HTX nông nghiệp: liên kết hộ sản xuất
Cánh đồng liên kết: ký hợp đồng doanh nghiệp
Khu NN CNC: Đà Lạt, TP HCM, Bình Dương
Bình Định: trang trại cà phê (Vĩnh Thạnh), mô hình VAC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Mô hình VAC (Vườn–Ao–Chuồng) phù hợp vùng nông thôn VN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1E40AF"/>
                </a:solidFill>
                <a:latin typeface="Calibri"/>
              </a:rPr>
              <a:t>Địa lí 12 – Bài 14. Tổ chức lãnh thổ NN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94560"/>
            <a:ext cx="11274552" cy="73152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24028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5783A"/>
                </a:solidFill>
                <a:latin typeface="Calibri"/>
              </a:rPr>
              <a:t>🔗 https://trangtu66.github.io/Taode_thi_online/dia_cc_bai14_k12.html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Quét mã QR hoặc truy cập đường link để làm bài củng cố trực tuyến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49039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📱 Làm bài trực tuyến – Kết quả ngay lập tức – Theo dõi tiến độ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THPT Vĩnh Thạnh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