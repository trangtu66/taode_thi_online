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THPT|  ĐỊA LÍ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14. Tổ chức lãnh thổ NN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……………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Phân tích các hình thức tổ chức lãnh thổ NN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Đánh giá 7 vùng NN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SƠ ĐỒ TƯ DUY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4008"/>
            <a:ext cx="7342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ĐỊA LÍ 12  |  Bài 14. Tổ chức lãnh thổ NN</a:t>
            </a:r>
          </a:p>
        </p:txBody>
      </p:sp>
      <p:pic>
        <p:nvPicPr>
          <p:cNvPr id="5" name="Picture 4" descr="_qr_dia_cc_bai14_k12.ht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352" y="1463040"/>
            <a:ext cx="2286000" cy="228600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 flipH="1" flipV="1">
            <a:off x="3508857" y="2670962"/>
            <a:ext cx="1351179" cy="1283818"/>
          </a:xfrm>
          <a:prstGeom prst="line">
            <a:avLst/>
          </a:prstGeom>
          <a:ln w="44450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2283236" y="2244872"/>
            <a:ext cx="1225621" cy="426090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80943" y="1968560"/>
            <a:ext cx="1602292" cy="552622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Trung du MN phía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Bắc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2111532" y="2670962"/>
            <a:ext cx="1397325" cy="100711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52647" y="2596073"/>
            <a:ext cx="1258884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ĐBSH + ĐBSCL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326162" y="2670962"/>
            <a:ext cx="1182695" cy="526801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8017" y="3022163"/>
            <a:ext cx="1688144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Tây Nguyên cây CN</a:t>
            </a:r>
          </a:p>
        </p:txBody>
      </p:sp>
      <p:sp>
        <p:nvSpPr>
          <p:cNvPr id="13" name="Oval 12"/>
          <p:cNvSpPr/>
          <p:nvPr/>
        </p:nvSpPr>
        <p:spPr>
          <a:xfrm>
            <a:off x="2770449" y="2259078"/>
            <a:ext cx="1476816" cy="823767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7 vùng NN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VN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4860036" y="2670962"/>
            <a:ext cx="1351178" cy="1283818"/>
          </a:xfrm>
          <a:prstGeom prst="line">
            <a:avLst/>
          </a:prstGeom>
          <a:ln w="44450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6211214" y="2244872"/>
            <a:ext cx="1354399" cy="426090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565613" y="2069271"/>
            <a:ext cx="1344736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Lúa, thủy sản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11214" y="2670962"/>
            <a:ext cx="1182695" cy="0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393909" y="2495362"/>
            <a:ext cx="1688144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Cà phê địa phương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211214" y="2670962"/>
            <a:ext cx="1354399" cy="426090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565613" y="2921452"/>
            <a:ext cx="1344736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Điều, rau màu</a:t>
            </a:r>
          </a:p>
        </p:txBody>
      </p:sp>
      <p:sp>
        <p:nvSpPr>
          <p:cNvPr id="21" name="Oval 20"/>
          <p:cNvSpPr/>
          <p:nvPr/>
        </p:nvSpPr>
        <p:spPr>
          <a:xfrm>
            <a:off x="5472805" y="2259078"/>
            <a:ext cx="1476816" cy="823767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Vùng 4 –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Bình Định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3508857" y="3954780"/>
            <a:ext cx="1351179" cy="1283817"/>
          </a:xfrm>
          <a:prstGeom prst="line">
            <a:avLst/>
          </a:prstGeom>
          <a:ln w="444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 flipV="1">
            <a:off x="2326162" y="4812507"/>
            <a:ext cx="1182695" cy="426090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38017" y="4636907"/>
            <a:ext cx="1688144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Trang trại 35 000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1853976" y="5238597"/>
            <a:ext cx="1654881" cy="0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1110203" y="5062997"/>
            <a:ext cx="743772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HTX NN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2369088" y="5238597"/>
            <a:ext cx="1139769" cy="426090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95091" y="5489087"/>
            <a:ext cx="1773996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Cánh đồng liên kết</a:t>
            </a:r>
          </a:p>
        </p:txBody>
      </p:sp>
      <p:sp>
        <p:nvSpPr>
          <p:cNvPr id="29" name="Oval 28"/>
          <p:cNvSpPr/>
          <p:nvPr/>
        </p:nvSpPr>
        <p:spPr>
          <a:xfrm>
            <a:off x="2562423" y="4826713"/>
            <a:ext cx="1892868" cy="823767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Hình thức tổ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chức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860036" y="3954780"/>
            <a:ext cx="1351178" cy="1283817"/>
          </a:xfrm>
          <a:prstGeom prst="line">
            <a:avLst/>
          </a:prstGeom>
          <a:ln w="44450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6211214" y="4812507"/>
            <a:ext cx="1611955" cy="426090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823169" y="4636907"/>
            <a:ext cx="829624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KNN CNC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211214" y="5238597"/>
            <a:ext cx="1268547" cy="0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479761" y="5062997"/>
            <a:ext cx="1516440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OCOP địa phương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211214" y="5238597"/>
            <a:ext cx="1311473" cy="426090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522687" y="5489087"/>
            <a:ext cx="1430588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Liên kết 4 nhà</a:t>
            </a:r>
          </a:p>
        </p:txBody>
      </p:sp>
      <p:sp>
        <p:nvSpPr>
          <p:cNvPr id="37" name="Oval 36"/>
          <p:cNvSpPr/>
          <p:nvPr/>
        </p:nvSpPr>
        <p:spPr>
          <a:xfrm>
            <a:off x="5334121" y="4995210"/>
            <a:ext cx="1754184" cy="486773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Mô hình mới</a:t>
            </a:r>
          </a:p>
        </p:txBody>
      </p:sp>
      <p:sp>
        <p:nvSpPr>
          <p:cNvPr id="38" name="Oval 37"/>
          <p:cNvSpPr/>
          <p:nvPr/>
        </p:nvSpPr>
        <p:spPr>
          <a:xfrm>
            <a:off x="3724066" y="3287245"/>
            <a:ext cx="2271938" cy="1335069"/>
          </a:xfrm>
          <a:prstGeom prst="ellipse">
            <a:avLst/>
          </a:prstGeom>
          <a:solidFill>
            <a:srgbClr val="002060"/>
          </a:solidFill>
          <a:ln w="25400">
            <a:solidFill>
              <a:srgbClr val="000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BÀI 14. TỔ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CHỨC LÃNH THỔ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NN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7 vùng NN VN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1. Trung du MN phía Bắc: chè, cây CN
2. ĐBSH: lúa, rau màu
3. Bắc Trung Bộ: lúa, lâm nghiệp
4. Duyên hải NTB: lúa, thủy sản (Bình Định ở đây)
5. Tây Nguyên: cà phê, cao su
6. ĐNB: cao su, CN
7. ĐBSCL: lúa, thủy sản, cây ăn quả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7 vùng NN VN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1. Trung du MN phía Bắc: chè, cây CN
2. ĐBSH: lúa, rau màu
3. Bắc Trung Bộ: lúa, lâm nghiệp
4. Duyên hải NTB: lúa, thủy sản (Bình Định ở đây)
5. Tây Nguyên: cà phê, cao su
6. ĐNB: cao su, CN
7. ĐBSCL: lúa, thủy sản, cây ăn quả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địa phương ở vùng 4: duyên hải NTrung Bộ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Hình thức tổ chức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Trang trại (~35 000): linh hoạt, hiệu quả
HTX NN: liên kết hộ SX
Cánh đồng liên kết; KNN CNC
Bình Định: trang trại cà phê, mô hình VAC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Hình thức tổ chức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Trang trại (~35 000): linh hoạt, hiệu quả
HTX NN: liên kết hộ SX
Cánh đồng liên kết; KNN CNC
Bình Định: trang trại cà phê, mô hình VAC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Mô hình VAC phù hợp nông thôn VN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40AF"/>
                </a:solidFill>
                <a:latin typeface="Calibri"/>
              </a:rPr>
              <a:t>Địa lí 12 – Bài 14. Tổ chức lãnh thổ NN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103120"/>
            <a:ext cx="6858000" cy="68580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76272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5783A"/>
                </a:solidFill>
                <a:latin typeface="Calibri"/>
              </a:rPr>
              <a:t>🔗  https://trangtu66.github.io/Taode_thi_online/dia_cc_bai14_k12.html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92608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6 câu trắc nghiệm + 1 câu đúng/sai
Kết quả ngay lập tức – Xếp hạng lớp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40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40AF"/>
                </a:solidFill>
                <a:latin typeface="Arial"/>
              </a:rPr>
              <a:t>📱  Quét mã QR để làm bài ngay →</a:t>
            </a:r>
          </a:p>
        </p:txBody>
      </p:sp>
      <p:pic>
        <p:nvPicPr>
          <p:cNvPr id="9" name="Picture 8" descr="QR_CungCo_DIA12_Bai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11480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Trường THPT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TTT</dc:creator>
  <cp:keywords/>
  <dc:description>generated using python-pptx</dc:description>
  <cp:lastModifiedBy>TTT</cp:lastModifiedBy>
  <cp:revision>1</cp:revision>
  <dcterms:created xsi:type="dcterms:W3CDTF">2013-01-27T09:14:16Z</dcterms:created>
  <dcterms:modified xsi:type="dcterms:W3CDTF">2013-01-27T09:15:58Z</dcterms:modified>
  <cp:category/>
</cp:coreProperties>
</file>