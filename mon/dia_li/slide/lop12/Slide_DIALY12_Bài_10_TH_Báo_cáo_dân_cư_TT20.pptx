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10 (TH). Báo cáo dân cư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……………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Thực hành phân tích số liệu dân cư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Vẽ tháp dân số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2179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Arial"/>
              </a:rPr>
              <a:t>SƠ ĐỒ TƯ DUY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64008"/>
            <a:ext cx="7342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ĐỊA LÍ 12  |  Bài 10 (TH). Báo cáo dân cư</a:t>
            </a:r>
          </a:p>
        </p:txBody>
      </p:sp>
      <p:pic>
        <p:nvPicPr>
          <p:cNvPr id="5" name="Picture 4" descr="_qr_dia_cc_bai10_k12.htm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74352" y="1463040"/>
            <a:ext cx="2286000" cy="2286000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 flipH="1" flipV="1">
            <a:off x="3508857" y="2670962"/>
            <a:ext cx="1351179" cy="1283818"/>
          </a:xfrm>
          <a:prstGeom prst="line">
            <a:avLst/>
          </a:prstGeom>
          <a:ln w="44450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 flipV="1">
            <a:off x="2454940" y="2244872"/>
            <a:ext cx="1053917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9239" y="2069271"/>
            <a:ext cx="1945700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Trục hoành: % nam-nữ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2454940" y="2670962"/>
            <a:ext cx="1053917" cy="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9239" y="2495362"/>
            <a:ext cx="1945700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Trục tung: nhóm tuổi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2369088" y="2670962"/>
            <a:ext cx="1139769" cy="426090"/>
          </a:xfrm>
          <a:prstGeom prst="line">
            <a:avLst/>
          </a:prstGeom>
          <a:ln w="15875">
            <a:solidFill>
              <a:srgbClr val="5482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95091" y="2921452"/>
            <a:ext cx="1773996" cy="351200"/>
          </a:xfrm>
          <a:prstGeom prst="roundRect">
            <a:avLst>
              <a:gd name="adj" fmla="val 50000"/>
            </a:avLst>
          </a:prstGeom>
          <a:solidFill>
            <a:srgbClr val="EDF5E8"/>
          </a:solidFill>
          <a:ln w="15875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Đọc hình dạng tháp</a:t>
            </a:r>
          </a:p>
        </p:txBody>
      </p:sp>
      <p:sp>
        <p:nvSpPr>
          <p:cNvPr id="13" name="Oval 12"/>
          <p:cNvSpPr/>
          <p:nvPr/>
        </p:nvSpPr>
        <p:spPr>
          <a:xfrm>
            <a:off x="2631765" y="2427575"/>
            <a:ext cx="1754184" cy="486773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Tháp dân số</a:t>
            </a:r>
          </a:p>
        </p:txBody>
      </p:sp>
      <p:cxnSp>
        <p:nvCxnSpPr>
          <p:cNvPr id="14" name="Connector 13"/>
          <p:cNvCxnSpPr/>
          <p:nvPr/>
        </p:nvCxnSpPr>
        <p:spPr>
          <a:xfrm flipV="1">
            <a:off x="4860036" y="2670962"/>
            <a:ext cx="1351178" cy="1283818"/>
          </a:xfrm>
          <a:prstGeom prst="line">
            <a:avLst/>
          </a:prstGeom>
          <a:ln w="44450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6211214" y="2043450"/>
            <a:ext cx="1397325" cy="627512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608539" y="1867849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Đang già hóa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6211214" y="2570251"/>
            <a:ext cx="1311473" cy="10071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522687" y="2293940"/>
            <a:ext cx="1430588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Tỉ lệ 60+ tăng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nhanh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11214" y="2670962"/>
            <a:ext cx="1225621" cy="526801"/>
          </a:xfrm>
          <a:prstGeom prst="line">
            <a:avLst/>
          </a:prstGeom>
          <a:ln w="15875">
            <a:solidFill>
              <a:srgbClr val="BF8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436835" y="2921452"/>
            <a:ext cx="1602292" cy="552622"/>
          </a:xfrm>
          <a:prstGeom prst="roundRect">
            <a:avLst>
              <a:gd name="adj" fmla="val 50000"/>
            </a:avLst>
          </a:prstGeom>
          <a:solidFill>
            <a:srgbClr val="FFF8E1"/>
          </a:solidFill>
          <a:ln w="15875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Lực lượng LĐ vẫn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lớn</a:t>
            </a:r>
          </a:p>
        </p:txBody>
      </p:sp>
      <p:sp>
        <p:nvSpPr>
          <p:cNvPr id="21" name="Oval 20"/>
          <p:cNvSpPr/>
          <p:nvPr/>
        </p:nvSpPr>
        <p:spPr>
          <a:xfrm>
            <a:off x="5126095" y="2259078"/>
            <a:ext cx="2170236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Phân tích tháp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VN 2023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3508857" y="3954780"/>
            <a:ext cx="1351179" cy="1283817"/>
          </a:xfrm>
          <a:prstGeom prst="line">
            <a:avLst/>
          </a:prstGeom>
          <a:ln w="44450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2240310" y="4812507"/>
            <a:ext cx="1268547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23869" y="4636907"/>
            <a:ext cx="1516440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Dân số theo năm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2111532" y="5238597"/>
            <a:ext cx="1397325" cy="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52647" y="5062997"/>
            <a:ext cx="1258884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Cơ cấu ĐT/NT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2197384" y="5238597"/>
            <a:ext cx="1311473" cy="426090"/>
          </a:xfrm>
          <a:prstGeom prst="line">
            <a:avLst/>
          </a:prstGeom>
          <a:ln w="15875">
            <a:solidFill>
              <a:srgbClr val="2F55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66795" y="5489087"/>
            <a:ext cx="1430588" cy="351200"/>
          </a:xfrm>
          <a:prstGeom prst="roundRect">
            <a:avLst>
              <a:gd name="adj" fmla="val 50000"/>
            </a:avLst>
          </a:prstGeom>
          <a:solidFill>
            <a:srgbClr val="E3EEF9"/>
          </a:solidFill>
          <a:ln w="15875">
            <a:solidFill>
              <a:srgbClr val="2F559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So với cả nước</a:t>
            </a:r>
          </a:p>
        </p:txBody>
      </p:sp>
      <p:sp>
        <p:nvSpPr>
          <p:cNvPr id="29" name="Oval 28"/>
          <p:cNvSpPr/>
          <p:nvPr/>
        </p:nvSpPr>
        <p:spPr>
          <a:xfrm>
            <a:off x="2493081" y="4826713"/>
            <a:ext cx="2031552" cy="823767"/>
          </a:xfrm>
          <a:prstGeom prst="ellipse">
            <a:avLst/>
          </a:prstGeom>
          <a:solidFill>
            <a:srgbClr val="E2EFDA"/>
          </a:solidFill>
          <a:ln w="31750">
            <a:solidFill>
              <a:srgbClr val="375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Biểu đồ dân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số địa phương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860036" y="3954780"/>
            <a:ext cx="1351178" cy="1283817"/>
          </a:xfrm>
          <a:prstGeom prst="line">
            <a:avLst/>
          </a:prstGeom>
          <a:ln w="44450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6211214" y="4711796"/>
            <a:ext cx="1354399" cy="52680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565613" y="4536196"/>
            <a:ext cx="1344736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1,3 triệu dân</a:t>
            </a:r>
          </a:p>
        </p:txBody>
      </p:sp>
      <p:cxnSp>
        <p:nvCxnSpPr>
          <p:cNvPr id="33" name="Connector 32"/>
          <p:cNvCxnSpPr/>
          <p:nvPr/>
        </p:nvCxnSpPr>
        <p:spPr>
          <a:xfrm flipV="1">
            <a:off x="6211214" y="5137886"/>
            <a:ext cx="1440251" cy="100711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651465" y="4962286"/>
            <a:ext cx="1173032" cy="351200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ĐT hóa ~50%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211214" y="5238597"/>
            <a:ext cx="1182695" cy="426090"/>
          </a:xfrm>
          <a:prstGeom prst="line">
            <a:avLst/>
          </a:prstGeom>
          <a:ln w="15875">
            <a:solidFill>
              <a:srgbClr val="7030A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393909" y="5388376"/>
            <a:ext cx="1688144" cy="552622"/>
          </a:xfrm>
          <a:prstGeom prst="roundRect">
            <a:avLst>
              <a:gd name="adj" fmla="val 50000"/>
            </a:avLst>
          </a:prstGeom>
          <a:solidFill>
            <a:srgbClr val="F3E8F7"/>
          </a:solidFill>
          <a:ln w="15875">
            <a:solidFill>
              <a:srgbClr val="7030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địa phương 25 000</a:t>
            </a:r>
          </a:p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người</a:t>
            </a:r>
          </a:p>
        </p:txBody>
      </p:sp>
      <p:sp>
        <p:nvSpPr>
          <p:cNvPr id="37" name="Oval 36"/>
          <p:cNvSpPr/>
          <p:nvPr/>
        </p:nvSpPr>
        <p:spPr>
          <a:xfrm>
            <a:off x="5264779" y="4826713"/>
            <a:ext cx="1892868" cy="823767"/>
          </a:xfrm>
          <a:prstGeom prst="ellipse">
            <a:avLst/>
          </a:prstGeom>
          <a:solidFill>
            <a:srgbClr val="FFF2CC"/>
          </a:solidFill>
          <a:ln w="31750">
            <a:solidFill>
              <a:srgbClr val="BF8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Liên hệ Bình</a:t>
            </a:r>
          </a:p>
          <a:p>
            <a:pPr algn="ctr"/>
            <a:r>
              <a:rPr sz="1500" b="1">
                <a:solidFill>
                  <a:srgbClr val="000000"/>
                </a:solidFill>
                <a:latin typeface="Calibri"/>
              </a:rPr>
              <a:t>Định</a:t>
            </a:r>
          </a:p>
        </p:txBody>
      </p:sp>
      <p:sp>
        <p:nvSpPr>
          <p:cNvPr id="38" name="Oval 37"/>
          <p:cNvSpPr/>
          <p:nvPr/>
        </p:nvSpPr>
        <p:spPr>
          <a:xfrm>
            <a:off x="3802654" y="3287245"/>
            <a:ext cx="2114763" cy="1335069"/>
          </a:xfrm>
          <a:prstGeom prst="ellipse">
            <a:avLst/>
          </a:prstGeom>
          <a:solidFill>
            <a:srgbClr val="002060"/>
          </a:solidFill>
          <a:ln w="25400">
            <a:solidFill>
              <a:srgbClr val="000B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64000" rIns="64000" tIns="25400" bIns="2540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BÀI 10 (TH).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BÁO CÁO DÂN</a:t>
            </a:r>
          </a:p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CƯ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Kĩ năng vẽ tháp dân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Trục ngang: % nam (trái) / nữ (phải)
Trục đứng: nhóm tuổi (5 năm/nhóm)
Đọc: đáy rộng=trẻ; đáy hẹp=già; lệch=giới tính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Kĩ năng vẽ tháp dân số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Trục ngang: % nam (trái) / nữ (phải)
Trục đứng: nhóm tuổi (5 năm/nhóm)
Đọc: đáy rộng=trẻ; đáy hẹp=già; lệch=giới tính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VN 2023: đang chuyển từ trẻ → già (thắt eo dưới)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Thực hành địa phương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1. Số liệu Niên giám TK Bình Định
2. Tỉ lệ đô thị/nông thôn, mật độ DS
3. Biểu đồ cột DS qua các năm
4. Nhận xét, kết luận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Thực hành địa phương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1. Số liệu Niên giám TK Bình Định
2. Tỉ lệ đô thị/nông thôn, mật độ DS
3. Biểu đồ cột DS qua các năm
4. Nhận xét, kết luận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Bình Định: 1,3 triệu dân; địa phương ~25 000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6858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40AF"/>
                </a:solidFill>
                <a:latin typeface="Calibri"/>
              </a:rPr>
              <a:t>Địa lí 12 – Bài 10 (TH). Báo cáo dân cư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2103120"/>
            <a:ext cx="6858000" cy="68580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76272"/>
            <a:ext cx="6675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5783A"/>
                </a:solidFill>
                <a:latin typeface="Calibri"/>
              </a:rPr>
              <a:t>🔗  https://trangtu66.github.io/Taode_thi_online/dia_cc_bai10_k12.html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926080"/>
            <a:ext cx="6858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6 câu trắc nghiệm + 1 câu đúng/sai
Kết quả ngay lập tức – Xếp hạng lớp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40480"/>
            <a:ext cx="6858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E40AF"/>
                </a:solidFill>
                <a:latin typeface="Arial"/>
              </a:rPr>
              <a:t>📱  Quét mã QR để làm bài ngay →</a:t>
            </a:r>
          </a:p>
        </p:txBody>
      </p:sp>
      <p:pic>
        <p:nvPicPr>
          <p:cNvPr id="9" name="Picture 8" descr="QR_CungCo_DIA12_Bai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1280160"/>
            <a:ext cx="4114800" cy="41148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Trường THPT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TTT</dc:creator>
  <cp:keywords/>
  <dc:description>generated using python-pptx</dc:description>
  <cp:lastModifiedBy>TTT</cp:lastModifiedBy>
  <cp:revision>1</cp:revision>
  <dcterms:created xsi:type="dcterms:W3CDTF">2013-01-27T09:14:16Z</dcterms:created>
  <dcterms:modified xsi:type="dcterms:W3CDTF">2013-01-27T09:15:58Z</dcterms:modified>
  <cp:category/>
</cp:coreProperties>
</file>