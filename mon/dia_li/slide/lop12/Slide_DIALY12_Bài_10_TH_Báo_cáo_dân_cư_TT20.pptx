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10 (TH). Báo cáo dân cư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phân tích số liệu dân cư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tháp dân số và biểu đồ phân bố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vẽ tháp dân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Tháp dân số:
• Trục ngang: % dân số nam (trái) / nữ (phải)
• Trục đứng: nhóm tuổi (5 năm/nhóm)
• Đọc: đáy rộng = trẻ; đáy hẹp = già; lệch trái/phải = giới tính
Tháp VN 2023: đang chuyển từ trẻ → già (thắt eo phía dưới)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vẽ tháp dân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Tháp dân số:
• Trục ngang: % dân số nam (trái) / nữ (phải)
• Trục đứng: nhóm tuổi (5 năm/nhóm)
• Đọc: đáy rộng = trẻ; đáy hẹp = già; lệch trái/phải = giới tính
Tháp VN 2023: đang chuyển từ trẻ → già (thắt eo phía dưới)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VN bước vào già hóa: tỉ lệ 60+ tăng nhanh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phân tích dân cư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Bước 1: Thu thập số liệu Niên giám Thống kê Bình Định
Bước 2: Tính tỉ lệ đô thị/nông thôn, mật độ DS
Bước 3: Vẽ biểu đồ cột thể hiện dân số qua các năm
Bước 4: Nhận xét xu hướng, so sánh với cả nước
Bước 5: Kết luận về đặc điểm dân cư Bình Định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phân tích dân cư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Bước 1: Thu thập số liệu Niên giám Thống kê Bình Định
Bước 2: Tính tỉ lệ đô thị/nông thôn, mật độ DS
Bước 3: Vẽ biểu đồ cột thể hiện dân số qua các năm
Bước 4: Nhận xét xu hướng, so sánh với cả nước
Bước 5: Kết luận về đặc điểm dân cư Bình Định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1,3 triệu dân; Vĩnh Thạnh: ~25 000 người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10 (TH). Báo cáo dân cư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https://trangtu66.github.io/Taode_thi_online/dia_cc_bai10_k12.html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