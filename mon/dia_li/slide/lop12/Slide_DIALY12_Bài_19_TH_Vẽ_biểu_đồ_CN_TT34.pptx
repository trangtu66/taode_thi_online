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19 (TH). Vẽ biểu đồ CN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Lê Thuỳ 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Vẽ và phân tích biểu đồ công nghiệp Việt Nam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Nhận xét xu hướng phát triển CN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Thực hành vẽ biểu đồ CN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Số liệu điển hình:
• Giá trị SX CN theo ngành (tỉ đồng)
• Cơ cấu CN theo loại hình (NN, TN, FDI)
• Sản lượng điện, than, thép qua các năm
Chọn biểu đồ:
• Cơ cấu tại 1 năm → tròn
• Nhiều năm nhiều chỉ tiêu → miền 100%
• So sánh nhiều vùng → cột nhóm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Thực hành vẽ biểu đồ CN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Số liệu điển hình:
• Giá trị SX CN theo ngành (tỉ đồng)
• Cơ cấu CN theo loại hình (NN, TN, FDI)
• Sản lượng điện, than, thép qua các năm
Chọn biểu đồ:
• Cơ cấu tại 1 năm → tròn
• Nhiều năm nhiều chỉ tiêu → miền 100%
• So sánh nhiều vùng → cột nhóm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Ưu tiên biểu đồ phù hợp với mục tiêu phân tích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Kĩ năng nhận xét biểu đồ CN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Quy trình nhận xét 5 bước:
1. Mô tả tổng quát (tăng/giảm/biến động)
2. Nhận xét cụ thể (cực trị, tốc độ)
3. So sánh (giữa các năm, vùng, ngành)
4. Giải thích (nguyên nhân: FDI, chính sách, TN)
5. Kết luận (xu hướng, triển vọng)
Bình Định: phân tích CN theo Niên giám Thống kê tỉnh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Kĩ năng nhận xét biểu đồ CN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Quy trình nhận xét 5 bước:
1. Mô tả tổng quát (tăng/giảm/biến động)
2. Nhận xét cụ thể (cực trị, tốc độ)
3. So sánh (giữa các năm, vùng, ngành)
4. Giải thích (nguyên nhân: FDI, chính sách, TN)
5. Kết luận (xu hướng, triển vọng)
Bình Định: phân tích CN theo Niên giám Thống kê tỉnh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Thực hành với số liệu thực tế tỉnh Bình Định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1E40AF"/>
                </a:solidFill>
                <a:latin typeface="Calibri"/>
              </a:rPr>
              <a:t>Địa lí 12 – Bài 19 (TH). Vẽ biểu đồ CN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11274552" cy="73152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5783A"/>
                </a:solidFill>
                <a:latin typeface="Calibri"/>
              </a:rPr>
              <a:t>🔗 https://trangtu66.github.io/Taode_thi_online/dia_cc_bai19_k12.html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Quét mã QR hoặc truy cập đường link để làm bài củng cố trực tuyến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📱 Làm bài trực tuyến – Kết quả ngay lập tức – Theo dõi tiến độ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