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13. Lâm nghiệp và thủy sản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T25-26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vai trò và thực trạng lâm nghiệp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tiềm năng và phát triển thủy sản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Lâm nghiệp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Độ che phủ rừng: ~42% (2023)
Loại rừng:
• Rừng đặc dụng (VQG, khu bảo tồn): 2,1 triệu ha
• Rừng phòng hộ: 5,6 triệu ha
• Rừng sản xuất: 7,9 triệu ha
Thách thức: rừng nguyên sinh giảm, đa dạng sinh học suy giảm
Giải pháp: trồng rừng kinh tế, giao đất rừng cho cộng đồng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Lâm nghiệp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Độ che phủ rừng: ~42% (2023)
Loại rừng:
• Rừng đặc dụng (VQG, khu bảo tồn): 2,1 triệu ha
• Rừng phòng hộ: 5,6 triệu ha
• Rừng sản xuất: 7,9 triệu ha
Thách thức: rừng nguyên sinh giảm, đa dạng sinh học suy giảm
Giải pháp: trồng rừng kinh tế, giao đất rừng cho cộng đồng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rừng đầu nguồn hồ Định Bình cần bảo vệ nghiêm ngặt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Thủy sản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Sản lượng 2023: ~9,3 triệu tấn
• Đánh bắt: 3,8 triệu tấn (Hoàng Sa, Trường Sa)
• Nuôi trồng: 5,5 triệu tấn (tôm, cá tra ĐBSCL)
Xuất khẩu: top 3 TG (~10 tỷ USD)
Thách thức IUU:
• EC thẻ vàng từ 10/2017
• Việt Nam đang nỗ lực gỡ thẻ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Thủy sản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Sản lượng 2023: ~9,3 triệu tấn
• Đánh bắt: 3,8 triệu tấn (Hoàng Sa, Trường Sa)
• Nuôi trồng: 5,5 triệu tấn (tôm, cá tra ĐBSCL)
Xuất khẩu: top 3 TG (~10 tỷ USD)
Thách thức IUU:
• EC thẻ vàng từ 10/2017
• Việt Nam đang nỗ lực gỡ thẻ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đội tàu xa bờ lớn, đánh bắt Hoàng Sa–Trường 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13. Lâm nghiệp và thủy sản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https://trangtu66.github.io/Taode_thi_online/dia_cc_bai13_k12.html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