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13. Lâm nghiệp và thủy sản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T25-26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thực trạng lâm nghiệp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Đánh giá tiềm năng thủy sản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13. Lâm nghiệp và thủy sản</a:t>
            </a:r>
          </a:p>
        </p:txBody>
      </p:sp>
      <p:pic>
        <p:nvPicPr>
          <p:cNvPr id="5" name="Picture 4" descr="_qr_dia_cc_bai13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369088" y="2144161"/>
            <a:ext cx="1139769" cy="52680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5091" y="1968560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Che phủ 42% (2023)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2540792" y="2570251"/>
            <a:ext cx="968065" cy="100711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3387" y="2394651"/>
            <a:ext cx="2117404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Rừng đặc dụng–phòng hộ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69088" y="2670962"/>
            <a:ext cx="1139769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5091" y="2820741"/>
            <a:ext cx="1773996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Giao đất rừng cộng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đồng</a:t>
            </a:r>
          </a:p>
        </p:txBody>
      </p:sp>
      <p:sp>
        <p:nvSpPr>
          <p:cNvPr id="13" name="Oval 12"/>
          <p:cNvSpPr/>
          <p:nvPr/>
        </p:nvSpPr>
        <p:spPr>
          <a:xfrm>
            <a:off x="2701107" y="2427575"/>
            <a:ext cx="1615500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Lâm nghiệp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144161"/>
            <a:ext cx="1182695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393909" y="1968560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3,8 triệu tấn/năm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11214" y="2570251"/>
            <a:ext cx="1139769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50983" y="2394651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Hoàng Sa–Trường Sa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182695" cy="426090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93909" y="2820741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Bình Định: tàu xa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bờ</a:t>
            </a:r>
          </a:p>
        </p:txBody>
      </p:sp>
      <p:sp>
        <p:nvSpPr>
          <p:cNvPr id="21" name="Oval 20"/>
          <p:cNvSpPr/>
          <p:nvPr/>
        </p:nvSpPr>
        <p:spPr>
          <a:xfrm>
            <a:off x="5195437" y="2259078"/>
            <a:ext cx="2031552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Thủy sản đánh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bắt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326162" y="4812507"/>
            <a:ext cx="1182695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8017" y="463690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5,5 triệu tấn/năm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326162" y="5238597"/>
            <a:ext cx="1182695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38017" y="5062997"/>
            <a:ext cx="168814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Tôm, cá tra ĐBSCL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454940" y="5238597"/>
            <a:ext cx="105391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9239" y="5489087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Nuôi biển phát triển</a:t>
            </a:r>
          </a:p>
        </p:txBody>
      </p:sp>
      <p:sp>
        <p:nvSpPr>
          <p:cNvPr id="29" name="Oval 28"/>
          <p:cNvSpPr/>
          <p:nvPr/>
        </p:nvSpPr>
        <p:spPr>
          <a:xfrm>
            <a:off x="2354397" y="4826713"/>
            <a:ext cx="2308920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Nuôi trồng thủy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sản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812507"/>
            <a:ext cx="1397325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608539" y="4536196"/>
            <a:ext cx="1258884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Top 3 TG ~10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tỷ USD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211214" y="5238597"/>
            <a:ext cx="1268547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479761" y="5163708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EC thẻ vàng IUU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354399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565613" y="5589798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Nỗ lực gỡ thẻ</a:t>
            </a:r>
          </a:p>
        </p:txBody>
      </p:sp>
      <p:sp>
        <p:nvSpPr>
          <p:cNvPr id="37" name="Oval 36"/>
          <p:cNvSpPr/>
          <p:nvPr/>
        </p:nvSpPr>
        <p:spPr>
          <a:xfrm>
            <a:off x="5334121" y="4826713"/>
            <a:ext cx="1754184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Xuất khẩu &amp;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thách thức</a:t>
            </a:r>
          </a:p>
        </p:txBody>
      </p:sp>
      <p:sp>
        <p:nvSpPr>
          <p:cNvPr id="38" name="Oval 37"/>
          <p:cNvSpPr/>
          <p:nvPr/>
        </p:nvSpPr>
        <p:spPr>
          <a:xfrm>
            <a:off x="3645479" y="3287245"/>
            <a:ext cx="242911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13. LÂM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NGHIỆP VÀ THỦY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SẢN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Lâm nghiệp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Độ che phủ: ~42% (2023)
Rừng đặc dụng: 2,1 tr ha; phòng hộ: 5,6 tr ha
Thách thức: rừng nguyên sinh giảm
Giải pháp: trồng rừng KT, giao đất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Lâm nghiệp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Độ che phủ: ~42% (2023)
Rừng đặc dụng: 2,1 tr ha; phòng hộ: 5,6 tr ha
Thách thức: rừng nguyên sinh giảm
Giải pháp: trồng rừng KT, giao đất cộng đồng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rừng đầu nguồn hồ Định Bình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Thủy sản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Sản lượng: ~9,3 triệu tấn (2023)
Đánh bắt: 3,8 tr tấn (HS, TS)
Nuôi trồng: 5,5 tr tấn (tôm, cá tra ĐBSCL)
XK top 3 TG; EC thẻ vàng IUU từ 10/2017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Thủy sản VN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Sản lượng: ~9,3 triệu tấn (2023)
Đánh bắt: 3,8 tr tấn (HS, TS)
Nuôi trồng: 5,5 tr tấn (tôm, cá tra ĐBSCL)
XK top 3 TG; EC thẻ vàng IUU từ 10/2017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đội tàu xa bờ HS–TS lớn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13. Lâm nghiệp và thủy sản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https://trangtu66.github.io/Taode_thi_online/dia_cc_bai13_k12.html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