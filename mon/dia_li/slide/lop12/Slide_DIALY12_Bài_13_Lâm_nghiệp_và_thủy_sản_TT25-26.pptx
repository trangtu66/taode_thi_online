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13. Lâm nghiệp và thủy sản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T25-26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thực trạng lâm nghiệp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tiềm năng thủy sản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13. Lâm nghiệp và thủy sản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13. Lâm nghiệp và thủy sản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Lâm nghiệp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Che phủ 42% (2023)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Rừng đặc dụng–phòng hộ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Giao đất rừng cộng đồng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Thủy sản đánh bắt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3,8 triệu tấn/năm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Hoàng Sa–Trường Sa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Bình Định: tàu xa bờ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Nuôi trồng thủy sản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5,5 triệu tấn/năm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Tôm, cá tra ĐBSCL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Nuôi biển phát triển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Xuất khẩu &amp; thách thức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Top 3 TG ~10 tỷ USD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EC thẻ vàng IUU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Nỗ lực gỡ thẻ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Lâm nghiệp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Độ che phủ: ~42% (2023)
Rừng đặc dụng: 2,1 tr ha; phòng hộ: 5,6 tr ha
Thách thức: rừng nguyên sinh giảm
Giải pháp: trồng rừng KT, giao đất cộng đồng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Lâm nghiệp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Độ che phủ: ~42% (2023)
Rừng đặc dụng: 2,1 tr ha; phòng hộ: 5,6 tr ha
Thách thức: rừng nguyên sinh giảm
Giải pháp: trồng rừng KT, giao đất cộng đồng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rừng đầu nguồn hồ Định Bình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Thủy sản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Sản lượng: ~9,3 triệu tấn (2023)
Đánh bắt: 3,8 tr tấn (HS, TS)
Nuôi trồng: 5,5 tr tấn (tôm, cá tra ĐBSCL)
XK top 3 TG; EC thẻ vàng IUU từ 10/2017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Thủy sản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Sản lượng: ~9,3 triệu tấn (2023)
Đánh bắt: 3,8 tr tấn (HS, TS)
Nuôi trồng: 5,5 tr tấn (tôm, cá tra ĐBSCL)
XK top 3 TG; EC thẻ vàng IUU từ 10/2017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đội tàu xa bờ HS–TS lớn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13. Lâm nghiệp và thủy sản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