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Chương I: Vật lí nhiệt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1. CẤU TRÚC CỦA CHẤT. SỰ CHUYỂN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0" i="0">
                <a:solidFill>
                  <a:srgbClr val="1E293B"/>
                </a:solidFill>
                <a:latin typeface="Calibri"/>
              </a:rPr>
              <a:t>Tuần 1  ·  Tiết 1, 2  ·  Số tiết: 2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4748B"/>
                </a:solidFill>
                <a:latin typeface="Calibri"/>
              </a:rPr>
              <a:t>GV: TRƯƠNG TỬ TRANG  –  Tổ TOÁN  –  Trường THPT Vĩnh Thạnh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4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05840"/>
            <a:ext cx="11612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Kiến thức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Trình bày 3 nội dung mô hình động học phân tử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Mô tả cấu trúc của chất rắn, lỏng, khí qua mô hình phân tử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Vẽ và mô tả sơ đồ chuyển thể (nóng chảy, hoá hơi, thăng hoa…)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Giải thích sự hoá hơi và nóng chảy bằng mô hình phân tử</a:t>
            </a:r>
          </a:p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Năng lực &amp; Phẩm chất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Quan sát chuyển động Brown; thảo luận nhóm; hỏi AI một bước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1  –  MÔ HÌNH ĐỘNG HỌC PHÂN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Mục I–II: Cấu tạo chất &amp; Cấu trúc 3 thể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Hoạt động 1 – Khởi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Quan sát: cốc nước đá đang tan dần trong không khí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→ nước đá (rắn)  →  nước lỏng  →  hơi bốc lên (khí)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Hãy giải thích: tại sao cùng một chất (nước)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 lại có thể tồn tại ở các thể khác nhau?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(Dựa vào kiến thức lớp 8, 10 về cấu tạo chất)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Gợi ý: các thể khác nhau ↔ cách sắp xếp hạt khác nhau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I. Mô hình động học phân tử về cấu tạo chất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Ba nội dung cơ bản (SGK tr.6):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① Các chất cấu tạo từ các hạt riêng biệt → phân tử, nguyên tử, ion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② Phân tử chuyển động hỗn loạn không ngừng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   Nhiệt độ cao hơn → tốc độ chuyển động lớn hơn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③ Giữa các phân tử có lực hút và lực đẩy (lực liên kết PT)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Chuyển động Brown (1827)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Robert Brown quan sát hạt phấn hoa trong nước dưới kính hiển vi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→ hạt phấn hoa chuyển động hỗn loạn, không dừng (Hình 1.2)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Giải thích: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Phân tử nước chuyển động hỗn loạn, va đập không đều vào hạt phấn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→ hạt phấn bị đẩy theo các hướng ngẫu nhiên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Chứng minh: chất có cấu tạo gián đoạn; phân tử chuyển động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II. Cấu trúc của chất rắn, lỏng, khí (Hình 1.3)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97280"/>
          <a:ext cx="115214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883920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Đặc điểm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Chất KHÍ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Chất RẮN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Chất LỎNG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991B1B"/>
                          </a:solidFill>
                          <a:latin typeface="Calibri"/>
                        </a:rPr>
                        <a:t>Khoảng cách PT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Rất lớn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Rất nhỏ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Trung bình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991B1B"/>
                          </a:solidFill>
                          <a:latin typeface="Calibri"/>
                        </a:rPr>
                        <a:t>Sắp xếp PT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Hỗn loạn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Có trật tự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Không trật tự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991B1B"/>
                          </a:solidFill>
                          <a:latin typeface="Calibri"/>
                        </a:rPr>
                        <a:t>Chuyển động PT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Hỗn loạn, nhanh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Dao động tại chỗ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Dao động lẫn lộn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991B1B"/>
                          </a:solidFill>
                          <a:latin typeface="Calibri"/>
                        </a:rPr>
                        <a:t>Hình dạng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Không có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Xác định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Không xác định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991B1B"/>
                          </a:solidFill>
                          <a:latin typeface="Calibri"/>
                        </a:rPr>
                        <a:t>Thể tích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Không có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Xác định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E293B"/>
                          </a:solidFill>
                          <a:latin typeface="Calibri"/>
                        </a:rPr>
                        <a:t>Xác định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2  –  SỰ CHUYỂN THỂ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Mục III: Giải thích bằng mô hình động học phân tử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"/>
            <a:ext cx="9966960" cy="6583680"/>
          </a:xfrm>
          <a:prstGeom prst="rect">
            <a:avLst/>
          </a:prstGeom>
          <a:solidFill>
            <a:srgbClr val="FFFFFF"/>
          </a:solidFill>
          <a:ln w="19050">
            <a:solidFill>
              <a:srgbClr val="BFD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III. Sơ đồ chuyển thể (SGK tr.7–9)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1097280"/>
            <a:ext cx="9601200" cy="254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RẮN  ←(Nóng chảy / Đông đặc)→  LỎNG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LỎNG  ←(Hoá hơi / Ngưng tụ)→  KHÍ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RẮN  ←(Thăng hoa / Ngưng kết)→  KHÍ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Mỗi quá trình chuyển thể đều kèm theo sự thay đổi năng lượng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66344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64748B"/>
                </a:solidFill>
                <a:latin typeface="Calibri"/>
              </a:rPr>
              <a:t>📌  Nhiệt độ không đổi trong suốt quá trình chuyển thể (hệ dị thể)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– Giải thích bằng MH động học phân tử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Tại sao khi bay hơi nhiệt độ chất lỏng GIẢM?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Tại sao khi nước đang sôi, nhiệt độ KHÔNG TĂNG dù vẫn đun?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Tại sao chất rắn kết tinh có nhiệt độ nóng chảy XÁC ĐỊNH?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(Hình 1.5 và 1.7 SGK tr.8–9)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Nhớ: phân tử nào thoát ra được thì mang năng lượng lớn hơn TB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– Giải thích bằng MH động học phân tử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a) Bay hơi: các PT 'năng lượng cao' thoát ra mặt thoáng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→ NL trung bình của PT còn lại GIẢM → nhiệt độ giảm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b) Khi sôi: toàn bộ nhiệt năng nhận được dùng để phá liên kết PT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chuyển nước lỏng thành hơi → không làm tăng nhiệt độ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c) Nóng chảy: PT nhận NL → dao động mạnh → phá mạng tinh thể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→ NL dùng phá LK, không tăng T → nhiệt độ nóng chảy = const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Đáp: (a) T giảm  (b) T = 100°C  (c) T = Tnc = const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SƠ ĐỒ TƯ DUY – BÀI 1. CẤU TRÚC CỦA CHẤT. SỰ CHUYỂN THỂ</a:t>
            </a:r>
          </a:p>
        </p:txBody>
      </p:sp>
      <p:pic>
        <p:nvPicPr>
          <p:cNvPr id="3" name="Picture 2" descr="SoDoTuDuy_VATLY12_Bai1_CauTrucChatSuChuyenThe_T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1124712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Bài 1. Cấu trúc của chất. Sự chuyển thể</a:t>
            </a:r>
          </a:p>
        </p:txBody>
      </p:sp>
      <p:pic>
        <p:nvPicPr>
          <p:cNvPr id="4" name="Picture 3" descr="QR_ly_cc_bai1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393192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1E40AF"/>
                </a:solidFill>
                <a:latin typeface="Calibri"/>
              </a:rPr>
              <a:t>https://trangtu66.github.io/Taode_thi_online/ly_cc_bai1_k12.html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