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2. NỘI NĂNG. ĐỊNH LUẬT I NHIỆT ĐỘNG LỰC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2  ·  Tiết 3, 4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TRƯƠNG TỬ TRANG  –  Tổ TOÁN  –  Trường THPT Vĩnh Thạnh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khái niệm nội năng U; U phụ thuộc T và thể tích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Trình bày 2 cách thay đổi nội năng: thực hiện công, truyền nhiệt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Phát biểu và viết Định luật I Nhiệt động lực học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Áp dụng ΔU = A + Q để giải bài tập cơ bản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Suy luận logic từ mô hình PT; vận dụng bảo toàn năng lượng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3  –  NỘI NĂNG &amp; CÁCH THAY ĐỔI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Khái niệm nội năng; thực hiện công; truyền nhiệt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Thí nghiệm: bơm lốp xe đạp thật nhanh bằng bơm tay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đáy bơm và van lốp nóng lên rõ rệt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Năng lượng từ đâu làm không khí nóng lên?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Có cách nào khác làm không khí nóng lên không?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(Thảo luận: thực hiện công ≈ truyền nhiệt?)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bàn tay xoa vào nhau cũng nóng lên – năng lượng cơ → nhiệt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Nội năng của hệ nhiệt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Nội năng U = Tổng (động năng + thế năng) của mọi phân tử trong vật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U phụ thuộc vào: nhiệt độ T và thể tích V (cấu hình phân tử)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Độ biến thiên nội năng ΔU: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ΔU &gt; 0: vật nhận năng lượng  ↑  (nội năng tăng)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ΔU &lt; 0: vật mất năng lượng   ↓  (nội năng giảm)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Đơn vị nội năng: Joule (J)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Hai cách thay đổi nội năng (SGK tr.11–12)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Cách 1: Thực hiện công (A)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Nén khí → phân tử bị dồn gần hơn → U tăng (Hình 2.2)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A &gt; 0: hệ nhận công (ngoại lực tác dụng lên hệ)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Cách 2: Truyền nhiệt (Q)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Đốt nóng → phân tử nhận NL → dao động mạnh hơn → U tăng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Q &gt; 0: hệ nhận nhiệt  |  Q &lt; 0: hệ toả nhiệt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III. Định luật I Nhiệt động lực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Độ biến thiên nội năng của hệ bằng tổng công và nhiệt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mà hệ nhận được: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  ΔU  =  A  +  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A &gt; 0: hệ nhận công  |  A &lt; 0: hệ thực hiện công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Q &gt; 0: hệ nhận nhiệt  |  Q &lt; 0: hệ toả nhiệt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Bảo toàn năng lượng áp dụng cho hệ nhiệt động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4  –  ÁP DỤNG ĐỊNH LUẬT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Bài toán đơn giản + luyện tập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1 – Áp dụng Định luật I NĐLH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Người ta thực hiện công 200 J lên một lượng khí đồng thời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khí toả ra nhiệt lượng 50 J.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Tính độ biến thiên nội năng của khí.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Nội năng của khí tăng hay giảm?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Xác định dấu A, Q trước khi tính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1 – Áp dụng Định luật I NĐLH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Tóm tắt:  A = +200 J (hệ nhận công)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      Q = −50 J (hệ toả nhiệt)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Áp dụng:  ΔU = A + Q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      ΔU = 200 + (−50) = 150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ΔU = +150 J &gt; 0  →  nội năng khí TĂNG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ΔU = +150 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2 – Phân tích dấu A, 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Phân tích các quá trình sau và xác định dấu A, Q, ΔU: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Bơm tay nén không khí nhanh (lốp xe nóng lên)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Nước đá tan chảy trong bình cách nhiệt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Động cơ đốt trong: khí giãn nở đẩy pít-tông ra ngoài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đồng thời toả nhiệt ra thành xi-lanh (Q = −300 J, A = −500 J)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Dùng bảng: viết A, Q rồi tính ΔU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2 – Phân tích dấu A, Q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Bơm nhanh: A &gt; 0 (nhận công), Q ≈ 0 → ΔU &gt; 0 (nóng lên)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Tan trong bình cách nhiệt: Q = 0, A = 0 → ΔU = 0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(nhiệt độ giảm, nhưng thế năng PT tăng → U không đổi)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ΔU = A + Q = (−500) + (−300) = −800 J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ΔU &lt; 0: nội năng khí giảm (khí đã sinh công và toả nhiệt)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(c) ΔU = −800 J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2. NỘI NĂNG. ĐỊNH LUẬT I NĐLH</a:t>
            </a:r>
          </a:p>
        </p:txBody>
      </p:sp>
      <p:pic>
        <p:nvPicPr>
          <p:cNvPr id="3" name="Picture 2" descr="SoDoTuDuy_VATLY12_Bai2_NoiNang_DinhLuatI_NDLH_T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1124712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2. Nội năng. Định luật I NĐLH</a:t>
            </a:r>
          </a:p>
        </p:txBody>
      </p:sp>
      <p:pic>
        <p:nvPicPr>
          <p:cNvPr id="4" name="Picture 3" descr="QR_ly_cc_bai2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https://trangtu66.github.io/Taode_thi_online/ly_cc_bai2_k12.html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