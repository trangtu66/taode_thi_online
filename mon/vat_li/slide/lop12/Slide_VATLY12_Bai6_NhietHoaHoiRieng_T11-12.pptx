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Chương I: Vật lí nhiệt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4000" b="1">
                <a:solidFill>
                  <a:srgbClr val="1E40AF"/>
                </a:solidFill>
                <a:latin typeface="Arial"/>
              </a:rPr>
              <a:t>BÀI 6. NHIỆT HOÁ HƠI RIÊNG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000" b="0" i="0">
                <a:solidFill>
                  <a:srgbClr val="1E293B"/>
                </a:solidFill>
                <a:latin typeface="Calibri"/>
              </a:rPr>
              <a:t>Tuần 6  ·  Tiết 11, 12  ·  Số tiết: 2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64748B"/>
                </a:solidFill>
                <a:latin typeface="Calibri"/>
              </a:rPr>
              <a:t>GV: TRƯƠNG TỬ TRANG  –  Tổ TOÁN  –  Trường THPT Vĩnh Thạnh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4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E40AF"/>
                </a:solidFill>
                <a:latin typeface="Calibri"/>
              </a:rPr>
              <a:t>Kiến thức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Nêu khái niệm nhiệt hoá hơi riêng L [J/kg]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Viết và giải thích phương trình Q = Lm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Phân biệt bay hơi và sôi; giải thích bằng mô hình phân tử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Giải bài tập Q hoá hơi; cân bằng nhiệt có hoá hơi</a:t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E40AF"/>
                </a:solidFill>
                <a:latin typeface="Calibri"/>
              </a:rPr>
              <a:t>Năng lực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Vận dụng công thức; liên hệ tưới tiêu, điều hòa khí hậu Tây Nguyên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18320" cy="2834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2860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TIẾT 11  –  KHÁI NIỆM &amp; CÔNG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749039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1">
                <a:solidFill>
                  <a:srgbClr val="BFDBF7"/>
                </a:solidFill>
                <a:latin typeface="Calibri"/>
              </a:rPr>
              <a:t>Nhiệt hoá hơi riêng L; phương trình Q = Lm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Hoạt động 1 – Khởi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Vào mùa khô Tây Nguyên, hồ Vĩnh Sơn mất nước rất nhanh.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→ Bay hơi nước xảy ra liên tục từ mặt hồ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❓  Quá trình bay hơi cần năng lượng không?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❓  Đại lượng nào đặc trưng cho 'khả năng bay hơi' của mỗi chất lỏng?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❓  Tại sao nước (100°C, 1 atm) cần nhiều nhiệt hơn chỉ để đun sôi?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Gợi ý: bay hơi = phân tử thoát ra mặt thoáng → phá liên kết → cần NL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I. Nhiệt hoá hơi riêng L (SGK tr.26–27)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BFD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5214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Nhiệt hoá hơi riêng L: nhiệt lượng để 1 kg chất lỏng hoá hơi hoàn toàn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ở nhiệt độ sôi xác định (nhiệt độ không đổi)</a:t>
            </a:r>
          </a:p>
          <a:p>
            <a:pPr algn="l">
              <a:spcBef>
                <a:spcPts val="50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Đơn vị: J/kg</a:t>
            </a:r>
          </a:p>
          <a:p>
            <a:pPr algn="l">
              <a:spcBef>
                <a:spcPts val="800"/>
              </a:spcBef>
            </a:pPr>
            <a:r>
              <a:rPr sz="2100" b="1" i="0">
                <a:solidFill>
                  <a:srgbClr val="1E40AF"/>
                </a:solidFill>
                <a:latin typeface="Calibri"/>
              </a:rPr>
              <a:t>Một số giá trị L: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Nước (100°C): L = 2 260 000 J/kg ≈ 2 260 kJ/kg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Rượu ethanol: L ≈ 855 000 J/kg  |  Freon (gas lạnh): L ≈ 158 000 J/kg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37160"/>
            <a:ext cx="9966960" cy="6583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FD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II. Phương trình nhiệt hoá hơi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1097280"/>
            <a:ext cx="9601200" cy="254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Nhiệt lượng cần để m kg chất lỏng hoá hơi hoàn toàn: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488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991B1B"/>
                </a:solidFill>
                <a:latin typeface="Calibri"/>
              </a:rPr>
              <a:t>          Q  =  L ·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260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L [J/kg]: nhiệt hoá hơi riêng (tra bảng)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03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m [kg]: khối lượng chất cần hoá hơi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4805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Q [J]: nhiệt lượng cần cung cấp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4406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64748B"/>
                </a:solidFill>
                <a:latin typeface="Calibri"/>
              </a:rPr>
              <a:t>📌  Ngưng tụ: chất TỎA ra Q = Lm. L của nước rất lớn → nước là chất tải nhiệt hiệu quả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III. Bay hơi vs Sôi – Phân biệt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BFD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5214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2100" b="1" i="0">
                <a:solidFill>
                  <a:srgbClr val="1E40AF"/>
                </a:solidFill>
                <a:latin typeface="Calibri"/>
              </a:rPr>
              <a:t>Bay hơi: xảy ra ở mặt thoáng, mọi nhiệt độ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Tốc độ bay hơi tăng khi: T cao, gió nhiều, diện tích mặt thoáng lớn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→ Ứng dụng: phơi đồ, làm muối, tưới tiêu hợp lý</a:t>
            </a:r>
          </a:p>
          <a:p>
            <a:pPr algn="l">
              <a:spcBef>
                <a:spcPts val="800"/>
              </a:spcBef>
            </a:pPr>
            <a:r>
              <a:rPr sz="2100" b="1" i="0">
                <a:solidFill>
                  <a:srgbClr val="1E40AF"/>
                </a:solidFill>
                <a:latin typeface="Calibri"/>
              </a:rPr>
              <a:t>Sôi: xảy ra đồng thời ở mặt thoáng VÀ bên trong chất lỏng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Nhiệt độ sôi không đổi (ở áp suất xác định) → dùng để hiệu chuẩn</a:t>
            </a:r>
          </a:p>
          <a:p>
            <a:pPr algn="l">
              <a:spcBef>
                <a:spcPts val="50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Cả hai quá trình đều cần nhiệt lượng Q = Lm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18320" cy="2834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2860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TIẾT 12  –  BÀI TẬP ÁP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749039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1">
                <a:solidFill>
                  <a:srgbClr val="BFDBF7"/>
                </a:solidFill>
                <a:latin typeface="Calibri"/>
              </a:rPr>
              <a:t>Tính Q hoá hơi; bài toán thực tiễn Tây Nguyên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Ví dụ 1 – Tính nhiệt lượng hoá hơi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Đun sôi 300 g nước ở 100°C cho đến khi bay hơi hết.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Tính nhiệt lượng cần để hoá hơi hoàn toàn lượng nước đó.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Cho L = 2 260 000 J/kg.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Nước đã ở 100°C (sôi) → chỉ cần Q = Lm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46920" y="10972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991B1B"/>
                </a:solidFill>
                <a:latin typeface="Arial"/>
              </a:rPr>
              <a:t>Ví dụ 1 – Tính nhiệt lượng hoá hơi –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Tóm tắt:  m = 300 g = 0,3 kg;  L = 2 260 000 J/kg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Áp dụng:  Q = L·m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        Q = 2 260 000 × 0,3 = 678 000 J</a:t>
            </a:r>
          </a:p>
          <a:p>
            <a:pPr algn="l">
              <a:spcBef>
                <a:spcPts val="40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         Q = 678 000 J = 678 kJ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760720"/>
            <a:ext cx="11521440" cy="868680"/>
          </a:xfrm>
          <a:prstGeom prst="rect">
            <a:avLst/>
          </a:prstGeom>
          <a:solidFill>
            <a:srgbClr val="FFF1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✅  ĐÁP SỐ:  Q = 678 kJ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Ví dụ 2 – Tổng quá trình: đun nước đá thành hơi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Cần bao nhiêu nhiệt lượng để chuyển 0,1 kg nước đá từ 0°C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thành hơi nước ở 100°C?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c_nước = 4200 J/(kg·K); λ = 334 000 J/kg; L = 2 260 000 J/kg.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Xác định 3 giai đoạn: (1) tan chảy (2) đun nóng (3) hoá hơi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Ba giai đoạn: Q₁ = λm; Q₂ = mcΔt; Q₃ = Lm → Q_tổng = Q₁ + Q₂ + Q₃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46920" y="10972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991B1B"/>
                </a:solidFill>
                <a:latin typeface="Arial"/>
              </a:rPr>
              <a:t>Ví dụ 2 – Tổng quá trình: đun nước đá thành hơi –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m = 0,1 kg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Q₁ (tan chảy 0°C): Q₁ = 334000 × 0,1 = 33 400 J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Q₂ (đun 0°C → 100°C): Q₂ = 0,1 × 4200 × 100 = 42 000 J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Q₃ (hoá hơi 100°C): Q₃ = 2260000 × 0,1 = 226 000 J</a:t>
            </a:r>
          </a:p>
          <a:p>
            <a:pPr algn="l">
              <a:spcBef>
                <a:spcPts val="40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Q_tổng = 33 400 + 42 000 + 226 000 = 301 400 J ≈ 301 kJ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760720"/>
            <a:ext cx="11521440" cy="868680"/>
          </a:xfrm>
          <a:prstGeom prst="rect">
            <a:avLst/>
          </a:prstGeom>
          <a:solidFill>
            <a:srgbClr val="FFF1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✅  ĐÁP SỐ:  Q_tổng ≈ 301 kJ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SƠ ĐỒ TƯ DUY – BÀI 6. NHIỆT HOÁ HƠI RIÊNG</a:t>
            </a:r>
          </a:p>
        </p:txBody>
      </p:sp>
      <p:pic>
        <p:nvPicPr>
          <p:cNvPr id="3" name="Picture 2" descr="SoDoTuDuy_VATLY12_Bai6_NhietHoaHoiRieng_T11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112471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40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Bài 6. Nhiệt hoá hơi riêng</a:t>
            </a:r>
          </a:p>
        </p:txBody>
      </p:sp>
      <p:pic>
        <p:nvPicPr>
          <p:cNvPr id="4" name="Picture 3" descr="QR_ly_cc_bai6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73736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800" b="0" i="0">
                <a:solidFill>
                  <a:srgbClr val="1E40AF"/>
                </a:solidFill>
                <a:latin typeface="Calibri"/>
              </a:rPr>
              <a:t>https://trangtu66.github.io/Taode_thi_online/ly_cc_bai6_k12.html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