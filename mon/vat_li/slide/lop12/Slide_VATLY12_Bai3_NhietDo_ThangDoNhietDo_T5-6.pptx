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3. NHIỆT ĐỘ. THANG ĐO NHIỆT ĐỘ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3  ·  Tiết 5, 6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TTT  –  Tổ TOÁN  –  Trường THPT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khái niệm nhiệt độ; liên hệ với động năng trung bình phân tử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Mô tả cơ sở xây dựng thang Celsius (°C) và thang Kelvin (K)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Chuyển đổi giữa Celsius và Kelvin: T(K) = t(°C) + 273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nguyên tắc hoạt động của một số loại nhiệt kế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Sử dụng nhiệt kế; đọc đồ thị nhiệt độ; tra cứu số liệu thực tế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5  –  NHIỆT ĐỘ &amp; CÂN BẰNG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Khái niệm; mối liên hệ với động năng phân tử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Thầy/cô đặt nhiệt kế vào miệng học sinh bị sốt.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Nhiệt kế đo được thứ gì?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Tại sao cần để nhiệt kế 1–2 phút mới đọc?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Khi lấy nhiệt kế ra, chỉ số có thay đổi không? Vì sao?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nhiệt kế và miệng HS cần đạt trạng thái gì?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Nhiệt độ và cân bằng nhiệt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độ là đại lượng đặc trưng cho mức độ nóng lạnh của vật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Ở mức vi mô: nhiệt độ tỉ lệ với động năng tịnh tiến TB của phân tử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Nhiệt độ T cao → phân tử chuyển động nhanh hơn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Cân bằng nhiệt: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Hai vật tiếp xúc nhau đạt cân bằng nhiệt khi T₁ = T₂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→ Nguyên lý 0 NĐLH: nếu A cân bằng với B, B cân bằng với C → A cân bằng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Thang đo nhiệt độ – Celsius &amp; Kelvin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Thang Celsius (°C): 0°C = đá tan (1 atm); 100°C = nước sôi (1 atm)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Thang Kelvin (K) – Thang tuyệt đối (Lord Kelvin, 1848):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T (K)  =  t (°C)  +  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t (°C)  =  T (K)  −  273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0 K = −273°C = không tuyệt đối (nhiệt độ thấp nhất lí thuyết)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Không có nhiệt độ âm trên thang Kelvin. Nhiệt độ cơ thể người: 37°C = 310 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6  –  ĐO NHIỆT ĐỘ &amp; ÁP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Các loại nhiệt kế; bài tập chuyển đổi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III. Đo nhiệt độ – Các loại nhiệt kế (SGK tr.17–19)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Nhiệt kế dựa trên tính chất vật lí thay đổi theo nhiệt độ: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kế thuỷ ngân / cồn: dãn nở chất lỏng → đọc mức dâng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kế hồng ngoại (IR): đo bức xạ nhiệt → nhanh, không tiếp xúc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Cặp nhiệt điện (thermocouple): sức điện động thay đổi theo T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Cảm biến nhiệt bán dẫn (IC): điện trở thay đổi theo T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Chọn nhiệt kế: phù hợp với khoảng đo và độ chính xác cần thiết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1 – Chuyển đổi nhiệt độ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Chuyển đổi các nhiệt độ sau: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Nhiệt độ sôi của nitơ lỏng: −196°C  →  ? K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Nhiệt độ bề mặt Mặt Trời: 5778 K  →  ? °C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Thân nhiệt người bình thường: 37°C  →  ? K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d) Nhiệt độ Tây Nguyên mùa khô (35°C)  →  ?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Dùng T(K) = t(°C) + 273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1 – Chuyển đổi nhiệt độ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T = (−196) + 273 = 77 K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t = 5778 − 273 = 5505 °C ≈ 5505°C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T = 37 + 273 = 310 K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d) T = 35 + 273 = 308 K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Lưu ý: bước nhảy 1 K ≡ bước nhảy 1°C (cùng độ lớn)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77 K  |  5505°C  |  310 K  |  308 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2 – Cân bằng nhiệt và nhiệt kế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Một nhiệt kế ban đầu chỉ 22°C được nhúng vào cốc nước.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Sau khi đạt cân bằng nhiệt, nhiệt kế chỉ 45°C.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Nhiệt độ của nước trong cốc là bao nhiêu?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Đổi sang Kelvin.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Vì sao cần để nhiệt kế đủ thời gian mới đọc?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Khi cân bằng nhiệt: T_nước = T_nhiệt kế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2 – Cân bằng nhiệt và nhiệt kế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Khi cân bằng nhiệt: T_nước = T_nhiệtkế = 45°C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T = 45 + 273 = 318 K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Cần để nhiệt kế đủ thời gian để đạt cân bằng nhiệt với nước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→ chỉ số ổn định mới phản ánh đúng nhiệt độ vật cần đo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45°C = 318 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3. NHIỆT ĐỘ. THANG ĐO NHIỆT ĐỘ</a:t>
            </a:r>
          </a:p>
        </p:txBody>
      </p:sp>
      <p:pic>
        <p:nvPicPr>
          <p:cNvPr id="3" name="Picture 2" descr="_qr_ly_cc_bai3_k12.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2326162" y="1830405"/>
            <a:ext cx="1182695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38017" y="1554093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Đặc trưng mức độ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nóng lạnh của vật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2111532" y="2457917"/>
            <a:ext cx="1397325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52647" y="2181606"/>
            <a:ext cx="1258884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Tỉ lệ với ĐN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TB PT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369088" y="2670962"/>
            <a:ext cx="1139769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5091" y="2809118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Cân bằng nhiệt: T₁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= T₂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283236" y="2670962"/>
            <a:ext cx="1225621" cy="941268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0943" y="3436630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Đo bằng nhiệt kế</a:t>
            </a:r>
          </a:p>
        </p:txBody>
      </p:sp>
      <p:sp>
        <p:nvSpPr>
          <p:cNvPr id="13" name="Oval 12"/>
          <p:cNvSpPr/>
          <p:nvPr/>
        </p:nvSpPr>
        <p:spPr>
          <a:xfrm>
            <a:off x="2701107" y="2259078"/>
            <a:ext cx="161550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Nhiệt độ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là gì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031827"/>
            <a:ext cx="1225621" cy="63913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6835" y="1654804"/>
            <a:ext cx="1602292" cy="754044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Điểm 0°C: đá tan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ở p = 1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atm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1214" y="2659339"/>
            <a:ext cx="1053917" cy="1162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65131" y="2483739"/>
            <a:ext cx="1945700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Điểm 100°C: nước sôi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096843" cy="41446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08057" y="2909829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Chia 100 khoảng đều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1214" y="2670962"/>
            <a:ext cx="1139769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50983" y="3335919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Thiết bị hàng ngày</a:t>
            </a:r>
          </a:p>
        </p:txBody>
      </p:sp>
      <p:sp>
        <p:nvSpPr>
          <p:cNvPr id="23" name="Oval 22"/>
          <p:cNvSpPr/>
          <p:nvPr/>
        </p:nvSpPr>
        <p:spPr>
          <a:xfrm>
            <a:off x="5056753" y="2259078"/>
            <a:ext cx="2308920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Thang Celsius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(°C)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243612" y="4398040"/>
            <a:ext cx="1265245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0567" y="4121729"/>
            <a:ext cx="1523044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T(K) = t(°C) +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273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2326162" y="5025552"/>
            <a:ext cx="1182695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8017" y="4749241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0 K = −273°C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(không tuyệt đối)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326162" y="5238597"/>
            <a:ext cx="1182695" cy="41446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8017" y="5376753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Không có nhiệt độ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âm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326162" y="5238597"/>
            <a:ext cx="1182695" cy="941268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38017" y="6004265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Dùng trong vật lí</a:t>
            </a:r>
          </a:p>
        </p:txBody>
      </p:sp>
      <p:sp>
        <p:nvSpPr>
          <p:cNvPr id="33" name="Oval 32"/>
          <p:cNvSpPr/>
          <p:nvPr/>
        </p:nvSpPr>
        <p:spPr>
          <a:xfrm>
            <a:off x="2354397" y="4658216"/>
            <a:ext cx="2308920" cy="1160762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Thang Kelvin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(K) Thang tuyệt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đối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211214" y="4297329"/>
            <a:ext cx="1096843" cy="941268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08057" y="4121729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Nhiệt kế hồng ngoại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6211214" y="4824130"/>
            <a:ext cx="1182695" cy="41446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393909" y="4547819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Cảm biến nhiệt độ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IC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11214" y="5238597"/>
            <a:ext cx="1268547" cy="21304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479761" y="5175331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Nhiệt độ cơ thể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37°C = 310 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11214" y="5238597"/>
            <a:ext cx="1172789" cy="84055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384003" y="5802843"/>
            <a:ext cx="1707956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 Tây Nguyên mùa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khô ~35°C</a:t>
            </a:r>
          </a:p>
        </p:txBody>
      </p:sp>
      <p:sp>
        <p:nvSpPr>
          <p:cNvPr id="43" name="Oval 42"/>
          <p:cNvSpPr/>
          <p:nvPr/>
        </p:nvSpPr>
        <p:spPr>
          <a:xfrm>
            <a:off x="5264779" y="4826713"/>
            <a:ext cx="1892868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Đo nhiệt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độ Thực tiễn</a:t>
            </a:r>
          </a:p>
        </p:txBody>
      </p:sp>
      <p:sp>
        <p:nvSpPr>
          <p:cNvPr id="44" name="Oval 43"/>
          <p:cNvSpPr/>
          <p:nvPr/>
        </p:nvSpPr>
        <p:spPr>
          <a:xfrm>
            <a:off x="3566891" y="3484793"/>
            <a:ext cx="258628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NHIỆT ĐỘ. THANG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ĐO NHIỆT ĐỘ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3. Nhiệt độ. Thang đo nhiệt độ</a:t>
            </a:r>
          </a:p>
        </p:txBody>
      </p:sp>
      <p:pic>
        <p:nvPicPr>
          <p:cNvPr id="4" name="Picture 3" descr="QR_ly_cc_bai3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https://trangtu66.github.io/Taode_thi_online/ly_cc_bai3_k12.html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