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Chương I: Vật lí nhiệt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3. NHIỆT ĐỘ. THANG ĐO NHIỆT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0" i="0">
                <a:solidFill>
                  <a:srgbClr val="1E293B"/>
                </a:solidFill>
                <a:latin typeface="Calibri"/>
              </a:rPr>
              <a:t>Tuần 3  ·  Tiết 5, 6  ·  Số tiết: 2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4748B"/>
                </a:solidFill>
                <a:latin typeface="Calibri"/>
              </a:rPr>
              <a:t>GV: TRƯƠNG TỬ TRANG  –  Tổ TOÁN  –  Trường THPT Vĩnh Thạnh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4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05840"/>
            <a:ext cx="11612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Kiến thức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Nêu khái niệm nhiệt độ; liên hệ với động năng trung bình phân tử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Mô tả cơ sở xây dựng thang Celsius (°C) và thang Kelvin (K)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Chuyển đổi giữa Celsius và Kelvin: T(K) = t(°C) + 273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Nêu nguyên tắc hoạt động của một số loại nhiệt kế</a:t>
            </a:r>
          </a:p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Năng lực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Sử dụng nhiệt kế; đọc đồ thị nhiệt độ; tra cứu số liệu thực tế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5  –  NHIỆT ĐỘ &amp; CÂN BẰNG NHIỆT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Khái niệm; mối liên hệ với động năng phân tử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Hoạt động 1 – Khởi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Thầy/cô đặt nhiệt kế vào miệng học sinh bị sốt.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Nhiệt kế đo được thứ gì?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Tại sao cần để nhiệt kế 1–2 phút mới đọc?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Khi lấy nhiệt kế ra, chỉ số có thay đổi không? Vì sao?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Gợi ý: nhiệt kế và miệng HS cần đạt trạng thái gì?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I. Nhiệt độ và cân bằng nhiệt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Nhiệt độ là đại lượng đặc trưng cho mức độ nóng lạnh của vật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Ở mức vi mô: nhiệt độ tỉ lệ với động năng tịnh tiến TB của phân tử</a:t>
            </a:r>
          </a:p>
          <a:p>
            <a:pPr algn="l">
              <a:spcBef>
                <a:spcPts val="5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Nhiệt độ T cao → phân tử chuyển động nhanh hơn</a:t>
            </a:r>
          </a:p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Cân bằng nhiệt: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Hai vật tiếp xúc nhau đạt cân bằng nhiệt khi T₁ = T₂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→ Nguyên lý 0 NĐLH: nếu A cân bằng với B, B cân bằng với C → A cân bằng 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"/>
            <a:ext cx="9966960" cy="6583680"/>
          </a:xfrm>
          <a:prstGeom prst="rect">
            <a:avLst/>
          </a:prstGeom>
          <a:solidFill>
            <a:srgbClr val="FFFFFF"/>
          </a:solidFill>
          <a:ln w="19050">
            <a:solidFill>
              <a:srgbClr val="BFD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II. Thang đo nhiệt độ – Celsius &amp; Kelvin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1097280"/>
            <a:ext cx="9601200" cy="254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Thang Celsius (°C): 0°C = đá tan (1 atm); 100°C = nước sôi (1 atm)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Thang Kelvin (K) – Thang tuyệt đối (Lord Kelvin, 1848):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      T (K)  =  t (°C)  +  273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      t (°C)  =  T (K)  −  273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4805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0 K = −273°C = không tuyệt đối (nhiệt độ thấp nhất lí thuyết)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44068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64748B"/>
                </a:solidFill>
                <a:latin typeface="Calibri"/>
              </a:rPr>
              <a:t>📌  Không có nhiệt độ âm trên thang Kelvin. Nhiệt độ cơ thể người: 37°C = 310 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6  –  ĐO NHIỆT ĐỘ &amp; ÁP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Các loại nhiệt kế; bài tập chuyển đổi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III. Đo nhiệt độ – Các loại nhiệt kế (SGK tr.17–19)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Nhiệt kế dựa trên tính chất vật lí thay đổi theo nhiệt độ: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Nhiệt kế thuỷ ngân / cồn: dãn nở chất lỏng → đọc mức dâng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Nhiệt kế hồng ngoại (IR): đo bức xạ nhiệt → nhanh, không tiếp xúc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Cặp nhiệt điện (thermocouple): sức điện động thay đổi theo T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Cảm biến nhiệt bán dẫn (IC): điện trở thay đổi theo T</a:t>
            </a:r>
          </a:p>
          <a:p>
            <a:pPr algn="l">
              <a:spcBef>
                <a:spcPts val="5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Chọn nhiệt kế: phù hợp với khoảng đo và độ chính xác cần thiết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1 – Chuyển đổi nhiệt độ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Chuyển đổi các nhiệt độ sau: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Nhiệt độ sôi của nitơ lỏng: −196°C  →  ? K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Nhiệt độ bề mặt Mặt Trời: 5778 K  →  ? °C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c) Thân nhiệt người bình thường: 37°C  →  ? K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d) Nhiệt độ Tây Nguyên mùa khô (35°C)  →  ? 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Dùng T(K) = t(°C) + 273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1 – Chuyển đổi nhiệt độ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T = (−196) + 273 = 77 K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t = 5778 − 273 = 5505 °C ≈ 5505°C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c) T = 37 + 273 = 310 K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d) T = 35 + 273 = 308 K</a:t>
            </a:r>
          </a:p>
          <a:p>
            <a:pPr algn="l">
              <a:spcBef>
                <a:spcPts val="4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Lưu ý: bước nhảy 1 K ≡ bước nhảy 1°C (cùng độ lớn)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77 K  |  5505°C  |  310 K  |  308 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2 – Cân bằng nhiệt và nhiệt kế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Một nhiệt kế ban đầu chỉ 22°C được nhúng vào cốc nước.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Sau khi đạt cân bằng nhiệt, nhiệt kế chỉ 45°C.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Nhiệt độ của nước trong cốc là bao nhiêu?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Đổi sang Kelvin.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c) Vì sao cần để nhiệt kế đủ thời gian mới đọc?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Khi cân bằng nhiệt: T_nước = T_nhiệt kế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2 – Cân bằng nhiệt và nhiệt kế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Khi cân bằng nhiệt: T_nước = T_nhiệtkế = 45°C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T = 45 + 273 = 318 K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c) Cần để nhiệt kế đủ thời gian để đạt cân bằng nhiệt với nước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→ chỉ số ổn định mới phản ánh đúng nhiệt độ vật cần đo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45°C = 318 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SƠ ĐỒ TƯ DUY – BÀI 3. NHIỆT ĐỘ. THANG ĐO NHIỆT ĐỘ</a:t>
            </a:r>
          </a:p>
        </p:txBody>
      </p:sp>
      <p:pic>
        <p:nvPicPr>
          <p:cNvPr id="3" name="Picture 2" descr="SoDoTuDuy_VATLY12_Bai3_NhietDo_ThangDoNhietDo_T5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1124712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Bài 3. Nhiệt độ. Thang đo nhiệt độ</a:t>
            </a:r>
          </a:p>
        </p:txBody>
      </p:sp>
      <p:pic>
        <p:nvPicPr>
          <p:cNvPr id="4" name="Picture 3" descr="QR_ly_cc_bai3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393192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1E40AF"/>
                </a:solidFill>
                <a:latin typeface="Calibri"/>
              </a:rPr>
              <a:t>https://trangtu66.github.io/Taode_thi_online/ly_cc_bai3_k12.html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