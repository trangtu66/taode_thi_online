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Chương 2. Carbohydrate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7. ÔN TẬP CHƯƠNG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Hóa học 12 · Kết nối tri thức với cuộc sống · Tuần 5 · Tiết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Lý – Hóa – Công nghệ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Hệ thống hoá cấu tạo các carbohydrate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Hệ thống hoá tính chất hoá học cơ bản (bảng SGK tr.34)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Nhận biết các carbohydrate bằng thuốc thử đặc trưng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Giải bài tập định lượng theo chuỗi phản ứng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Vận dụng vào thực tiễn sản xuất, dinh dưỡng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Thiết kế sơ đồ phân loại carbohydrate trên Canva (3.1.NC1a)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KHỞI ĐỘNG – EM CÓ BIẾT?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Suy nghĩ, dự đoán – chưa cần trả lời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309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TRÒ CHƠI "THÁM TỬ CARBOHYDRATE"
Ba lọ mất nhãn: glucose, saccharose, hồ tinh bột. Thám tử chỉ được dùng 2 thuốc thử: dung dịch iodine và thuốc thử Tollens.
Hãy lập kế hoạch tìm ra từng lọ!</a:t>
            </a:r>
          </a:p>
        </p:txBody>
      </p:sp>
      <p:pic>
        <p:nvPicPr>
          <p:cNvPr id="9" name="Picture 8" descr="b7_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35086"/>
            <a:ext cx="4206240" cy="1410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Bản đồ kiến thức của bài – quét mã QR để làm bài củng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53080" y="1794799"/>
            <a:ext cx="715976" cy="91822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879" y="1624319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Glucose, fructose: C₆H₁₂O₆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137968" y="2306238"/>
            <a:ext cx="1231088" cy="40678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6991" y="2035047"/>
            <a:ext cx="142097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Mạch hở ⇌ mạch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vòng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600248" y="2713024"/>
            <a:ext cx="76880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4711" y="2647198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Cu(OH)₂ xanh lam; tráng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bạc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38450" y="2713024"/>
            <a:ext cx="930606" cy="81751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509" y="3259348"/>
            <a:ext cx="2021941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Glucose: mất màu Br₂;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lên men</a:t>
            </a:r>
          </a:p>
        </p:txBody>
      </p:sp>
      <p:sp>
        <p:nvSpPr>
          <p:cNvPr id="16" name="Oval 15"/>
          <p:cNvSpPr/>
          <p:nvPr/>
        </p:nvSpPr>
        <p:spPr>
          <a:xfrm>
            <a:off x="2150059" y="2474758"/>
            <a:ext cx="243799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Monosaccharide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973531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31355" y="1725030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Saccharose, maltose: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C₁₂H₂₂O₁₁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608371"/>
            <a:ext cx="801827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59651" y="2337181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Saccharose: α-1,2; không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tráng bạc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844753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02577" y="294933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Maltose: α-1,4; có –CHO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630123" cy="81751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7947" y="3360059"/>
            <a:ext cx="262290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Thuỷ phân → monosaccharide</a:t>
            </a:r>
          </a:p>
        </p:txBody>
      </p:sp>
      <p:sp>
        <p:nvSpPr>
          <p:cNvPr id="26" name="Oval 25"/>
          <p:cNvSpPr/>
          <p:nvPr/>
        </p:nvSpPr>
        <p:spPr>
          <a:xfrm>
            <a:off x="4877511" y="2474758"/>
            <a:ext cx="2160625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Disaccharide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95524" y="4186869"/>
            <a:ext cx="973532" cy="91822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435" y="3915679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Tinh bột, cellulose: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(C₆H₁₀O₅)ₙ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10154" y="4799020"/>
            <a:ext cx="758902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4805" y="4527829"/>
            <a:ext cx="236534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Tinh bột: α-glucose; xanh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tím với I₂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24302" y="5105095"/>
            <a:ext cx="844754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0657" y="5139979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Cellulose: β-1,4; HNO₃,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Schweizer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15336" y="5105095"/>
            <a:ext cx="953720" cy="91822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39623" y="5752129"/>
            <a:ext cx="197571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Thuỷ phân hoàn toàn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→ glucose</a:t>
            </a:r>
          </a:p>
        </p:txBody>
      </p:sp>
      <p:sp>
        <p:nvSpPr>
          <p:cNvPr id="36" name="Oval 35"/>
          <p:cNvSpPr/>
          <p:nvPr/>
        </p:nvSpPr>
        <p:spPr>
          <a:xfrm>
            <a:off x="2150059" y="4866829"/>
            <a:ext cx="243799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Polysaccharide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844753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02577" y="4117101"/>
            <a:ext cx="219364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Nhận biết bằng Cu(OH)₂,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Tollens, Br₂, I₂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5000442"/>
            <a:ext cx="973531" cy="10465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31355" y="4729251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Tính theo chuỗi thuỷ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– lên men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973531" cy="40678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31355" y="5341401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Dinh dưỡng, sức khoẻ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45235" cy="81751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03059" y="5752129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Ethanol sinh học</a:t>
            </a:r>
          </a:p>
        </p:txBody>
      </p:sp>
      <p:sp>
        <p:nvSpPr>
          <p:cNvPr id="46" name="Oval 45"/>
          <p:cNvSpPr/>
          <p:nvPr/>
        </p:nvSpPr>
        <p:spPr>
          <a:xfrm>
            <a:off x="5154879" y="4866829"/>
            <a:ext cx="1605889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Vận dụng</a:t>
            </a:r>
          </a:p>
        </p:txBody>
      </p:sp>
      <p:sp>
        <p:nvSpPr>
          <p:cNvPr id="47" name="Oval 46"/>
          <p:cNvSpPr/>
          <p:nvPr/>
        </p:nvSpPr>
        <p:spPr>
          <a:xfrm>
            <a:off x="2982163" y="3444194"/>
            <a:ext cx="3362553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CARBOHYDRATE (ÔN TẬP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CHƯƠNG 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QUÉT MÃ CỦNG CỐ</a:t>
            </a:r>
          </a:p>
        </p:txBody>
      </p:sp>
      <p:pic>
        <p:nvPicPr>
          <p:cNvPr id="50" name="Picture 49" descr="QR_hoa_cc_bai7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câu 4 lựa chọn + 1 câu Đúng/Sai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Phòng thi bảo mật – đáp án niêm phong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trangtu66.github.io/Taode_thi_online/hoa_cc_bai7_k12.html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1. CẤU TẠO CỦA CÁC CARBOHYDRATE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Glucose, fructose: C₆H₁₂O₆ – mạch hở ⇌ vòng α, β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Saccharose: α-glucose + β-fructose (α-1,2) – chỉ dạng vòng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Maltose: 2 glucose (α-1,4) – có dạng mở vòng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Tinh bột: amylose (α-1,4) + amylopectin (α-1,6 nhánh)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Cellulose: β-glucose, β-1,4, không nhánh</a:t>
            </a:r>
          </a:p>
        </p:txBody>
      </p:sp>
      <p:pic>
        <p:nvPicPr>
          <p:cNvPr id="7" name="Picture 6" descr="b7_ct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932" y="1371600"/>
            <a:ext cx="3568216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Bảng cấu tạo – SGK Hóa học 12 KNTT, tr.33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2. TÍNH CHẤT HOÁ HỌC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Cu(OH)₂/NaOH: glucose, fructose, saccharose → xanh lam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Br₂/H₂O: chỉ glucose làm mất màu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AgNO₃/NH₃: glucose, fructose → kết tủa bạc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Thuỷ phân: saccharose → glucose + fructose; tinh bột, cellulose → glucose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Riêng: lên men (glucose); iodine (tinh bột); HNO₃, Schweizer (cellulose)</a:t>
            </a:r>
          </a:p>
        </p:txBody>
      </p:sp>
      <p:pic>
        <p:nvPicPr>
          <p:cNvPr id="7" name="Picture 6" descr="b7_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07703"/>
            <a:ext cx="4846320" cy="1625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Bảng tính chất – SGK Hóa học 12 KNTT, tr.34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1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Cho các chất: glucose, fructose, saccharose, maltose, tinh bột và cellulose. Mỗi phát biểu sau đây đúng hay sai?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a) Có hai monosaccharide, hai disaccharide và hai polysaccharide.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b) Cấu tạo phân tử các chất trên đều có nhiều nhóm hydroxy.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c) Glucose và fructose có thể chuyển hoá qua lại với nhau trong môi trường kiềm.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Nhớ lại phân loại và đặc điểm cấu tạo chung.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a) Đúng: mono – glucose, fructose; đi – saccharose, maltose; poly – tinh bột, cellulose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b) Đúng: tất cả đều có nhiều nhóm –OH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c) Đúng: Glucose ⇌ Fructose (OH⁻)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a) Đúng; b) Đúng; c) Đúng.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2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Giải thích các hiện tượng sau: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a) Khi ăn cơm, nếu nhai kĩ sẽ thấy vị ngọt.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b) Nước ép chuối chín cho phản ứng tráng bạc.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c) Nhỏ dung dịch iodine lên miếng chuối xanh xuất hiện màu xanh tím.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Liên hệ: enzyme α-amylase; sự chuyển hoá tinh bột khi chín; phản ứng màu với iodine.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a) α-amylase trong nước bọt thuỷ phân tinh bột → maltose, dextrin (vị ngọt)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b) Chuối chín: tinh bột → glucose; glucose tráng bạc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c) Chuối xanh nhiều tinh bột; tinh bột + I₂ → xanh tím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Hiện tượng thực tế giải thích được bằng tính chất của tinh bột, glucose.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3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Cồn sinh học được dùng làm nhiên liệu sạch, sản xuất qua quá trình lên men các chất hữu cơ như tinh bột, cellulose.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Tính khối lượng ethanol thu được từ một tấn mùn cưa chứa 45% cellulose về khối lượng, biết hiệu suất cả quá trình đạt 70%.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(C₆H₁₀O₅)ₙ → nC₆H₁₂O₆ → 2nC₂H₅OH; tính theo mắt xích.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m(cellulose) = 1000 · 45% = 450 kg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n(C₆H₁₀O₅) = 450 : 162 ≈ 2,778 kmol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n(C₂H₅OH) = 2 · 2,778 · 0,7 ≈ 3,889 kmol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m(C₂H₅OH) = 3,889 ·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m(ethanol) ≈ 178,9 kg.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Đã kiểm tra liên kết (YouTube oEmbed) – xem trên lớp hoặc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7. Ôn tập chương 2 (Carbohydrate)</a:t>
            </a:r>
          </a:p>
        </p:txBody>
      </p:sp>
      <p:pic>
        <p:nvPicPr>
          <p:cNvPr id="7" name="Picture 6" descr="_qr_vid_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46304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Tính tan của Cellulose trong nước schweizer | Hoá học 12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Học Hóa Cùng Cô Ly · Dùng ở: HĐ2 – Ôn: cellulose tan trong nước Schweizer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https://www.youtube.com/watch?v=hn3BsJuEETk</a:t>
            </a:r>
          </a:p>
        </p:txBody>
      </p:sp>
      <p:pic>
        <p:nvPicPr>
          <p:cNvPr id="9" name="Picture 8" descr="_qr_vid_7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310896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Thí nghiệm phản ứng của glucose với thuốc thử Tollens | Hoá học 12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Học Hóa Cùng Cô Ly · Dùng ở: HĐ2 – Ôn: glucose với thuốc thử Tollens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https://www.youtube.com/watch?v=oS6hl0UDlXo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hoa_cc_bai7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trangtu66.github.io/Taode_thi_online/hoa_cc_bai7_k12.html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Quét mã bằng điện thoại · 6 câu 4 lựa chọn + 1 câu Đúng/Sai · Kết quả gửi về GV tự động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7. Ôn tập chương 2 (Carbohydrate)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