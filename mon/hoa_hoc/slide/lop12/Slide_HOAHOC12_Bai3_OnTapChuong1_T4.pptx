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Chương 1. Ester – Lipid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3. ÔN TẬP CHƯƠNG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Hóa học 12 · Kết nối tri thức với cuộc sống · Tuần 2 · Tiết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Lý – Hóa – Công nghệ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Hệ thống hoá kiến thức về ester, chất béo, xà phòng, chất giặt rửa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Vận dụng: gọi tên, viết PTHH thuỷ phân, ester hoá, xà phòng hoá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Giải bài tập định lượng (bảo toàn khối lượng, hiệu suất)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Vận dụng kiến thức vào thực tiễn sản xuất và đời sống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Thiết kế sơ đồ tư duy số (3.1.NC1a) có trợ giúp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KHỞI ĐỘNG – EM CÓ BIẾT?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Suy nghĩ, dự đoán – chưa cần trả lời 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6309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TRÒ CHƠI "AI NHANH HƠN" (3 phút)
GV chiếu 6 thẻ: CH₃COOC₂H₅ · tristearin · sodium stearate · CH₃[CH₂]₁₁C₆H₄SO₃Na · glycerol · triolein.
Mỗi đội xếp thẻ vào 4 nhóm: Ester đơn chức / Chất béo / Xà phòng / Chất giặt rửa tổng hợp.</a:t>
            </a:r>
          </a:p>
        </p:txBody>
      </p:sp>
      <p:pic>
        <p:nvPicPr>
          <p:cNvPr id="9" name="Picture 8" descr="b3_s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807" y="1600200"/>
            <a:ext cx="361966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Bản đồ kiến thức của bài – quét mã QR để làm bài củng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266746" y="1895510"/>
            <a:ext cx="1102310" cy="81751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8213" y="1624319"/>
            <a:ext cx="1678533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RCOOR' – tên: gốc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R' + gốc acid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276652" y="2507660"/>
            <a:ext cx="1092404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8307" y="2236469"/>
            <a:ext cx="1698345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Thuỷ phân acid ⇌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/ base →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22880" y="2713024"/>
            <a:ext cx="1046176" cy="40678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2079" y="2848620"/>
            <a:ext cx="1790801" cy="542381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Điều chế: RCOOH +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R'OH ⇌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95524" y="2713024"/>
            <a:ext cx="973532" cy="91822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35" y="3460770"/>
            <a:ext cx="1936089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Hương liệu, dung môi</a:t>
            </a:r>
          </a:p>
        </p:txBody>
      </p:sp>
      <p:sp>
        <p:nvSpPr>
          <p:cNvPr id="16" name="Oval 15"/>
          <p:cNvSpPr/>
          <p:nvPr/>
        </p:nvSpPr>
        <p:spPr>
          <a:xfrm>
            <a:off x="2774137" y="2474758"/>
            <a:ext cx="1189837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Ester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895510"/>
            <a:ext cx="801827" cy="81751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59651" y="1624319"/>
            <a:ext cx="227949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Triester glycerol + acid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béo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507660"/>
            <a:ext cx="907491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65315" y="2236469"/>
            <a:ext cx="206816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Hydrogen hoá: lỏng →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rắn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1231087" cy="40678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88911" y="2848620"/>
            <a:ext cx="1420977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Oxi hoá bởi O₂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→ ôi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1145235" cy="91822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03059" y="3460770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Omega-3, omega-6</a:t>
            </a:r>
          </a:p>
        </p:txBody>
      </p:sp>
      <p:sp>
        <p:nvSpPr>
          <p:cNvPr id="26" name="Oval 25"/>
          <p:cNvSpPr/>
          <p:nvPr/>
        </p:nvSpPr>
        <p:spPr>
          <a:xfrm>
            <a:off x="5154879" y="2474758"/>
            <a:ext cx="1605889" cy="476531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Chất béo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09672" y="4186869"/>
            <a:ext cx="1059384" cy="91822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5287" y="3915679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Muối Na/K của acid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béo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095042" y="4799020"/>
            <a:ext cx="1274014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9917" y="4527829"/>
            <a:ext cx="1335125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Đầu ưa nước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đuôi kị nước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230424" y="5105095"/>
            <a:ext cx="1138632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4535" y="5139979"/>
            <a:ext cx="1605889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Chất béo + NaOH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→ xà phòng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223820" y="5105095"/>
            <a:ext cx="1145236" cy="91822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1139" y="5752129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Kém tác dụng với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nước cứng</a:t>
            </a:r>
          </a:p>
        </p:txBody>
      </p:sp>
      <p:sp>
        <p:nvSpPr>
          <p:cNvPr id="36" name="Oval 35"/>
          <p:cNvSpPr/>
          <p:nvPr/>
        </p:nvSpPr>
        <p:spPr>
          <a:xfrm>
            <a:off x="2566111" y="4866829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Xà phòng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186869"/>
            <a:ext cx="1102309" cy="91822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60133" y="4016390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R-SO₃Na, R-OSO₃Na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698309"/>
            <a:ext cx="1188161" cy="40678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145985" y="4427118"/>
            <a:ext cx="1506829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Sản xuất từ dầu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mỏ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059383" cy="20536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017207" y="5039268"/>
            <a:ext cx="1764385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Dùng được với nước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cứng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145235" cy="81751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03059" y="5651418"/>
            <a:ext cx="1592681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Có loại khó phân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huỷ sinh học</a:t>
            </a:r>
          </a:p>
        </p:txBody>
      </p:sp>
      <p:sp>
        <p:nvSpPr>
          <p:cNvPr id="46" name="Oval 45"/>
          <p:cNvSpPr/>
          <p:nvPr/>
        </p:nvSpPr>
        <p:spPr>
          <a:xfrm>
            <a:off x="5085537" y="4698331"/>
            <a:ext cx="1744573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Chất giặt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rửa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ÔN TẬP CHƯƠNG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QUÉT MÃ CỦNG CỐ</a:t>
            </a:r>
          </a:p>
        </p:txBody>
      </p:sp>
      <p:pic>
        <p:nvPicPr>
          <p:cNvPr id="50" name="Picture 49" descr="QR_hoa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câu 4 lựa chọn + 1 câu Đúng/Sai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Phòng thi bảo mật – đáp án niêm phong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trangtu66.github.io/Taode_thi_online/hoa_cc_bai3_k12.html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HỆ THỐNG HOÁ: ESTER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Công thức chung ester đơn chức: RCOOR'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RCOOR' + H₂O ⇌ RCOOH + R'OH (H⁺, t°)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RCOOR' + NaOH → RCOONa + R'OH (t°)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Điều chế: RCOOH + R'OH ⇌ RCOOR' + H₂O (H₂SO₄ đặc, t°)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Ứng dụng: hương liệu, dung môi, polymer, dược phẩm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HỆ THỐNG HOÁ: CHẤT BÉO – XÀ PHÒNG – CHẤT GIẶT RỬA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309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béo = triester của glycerol và acid béo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Hydrogen hoá: chất béo lỏng → chất béo rắn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Oxi hoá bởi O₂ không khí → dầu mỡ bị ôi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Chất béo + NaOH → glycerol + xà phòng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Chất giặt rửa tổng hợp: R–SO₃Na, R–OSO₃Na (từ dầu mỏ)</a:t>
            </a:r>
          </a:p>
        </p:txBody>
      </p:sp>
      <p:pic>
        <p:nvPicPr>
          <p:cNvPr id="7" name="Picture 6" descr="b3_s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078" y="1371600"/>
            <a:ext cx="347192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607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Sơ đồ hệ thống hoá – SGK Hóa học 12 KNTT, tr.18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1, 2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Câu 1. Tên gọi của HCOOC₂H₅ là: A. methyl formate  B. ethyl formate  C. methyl acetate  D. ethyl acetate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Câu 2. Ester X (mùi táo, C₅H₁₀O₂); thuỷ phân trong NaOH thu được sodium butanoate và một alcohol. Công thức 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Câu 2: muối butanoate có 4C → alcohol còn lại bao nhiêu C?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1, 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Câu 1: gốc R' = C₂H₅ (ethyl), gốc acid HCOO (formate) → ethyl formate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Câu 2: CH₃CH₂CH₂COONa (4C) → alcohol 1C: CH₃OH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X: CH₃CH₂CH₂COOCH₃ (methyl butanoate)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Câu 1: B; Câu 2: CH₃CH₂CH₂COOCH₃.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3, 4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Câu 3. Phản ứng nào xảy ra thuận nghịch? A. ethyl acetate + H₂SO₄ loãng, t°  B. ethyl acetate + NaOH, t°  C. Hydrogen hoá chất béo không no  D. Chất béo + NaOH, t°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Câu 4. Đếm số phát biểu đúng trong 5 phát biểu (SGK tr.19).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Phân biệt thuỷ phân trong acid và trong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3, 4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Câu 3: thuỷ phân ester trong acid là thuận nghịch → 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Câu 4: đúng (1), (2), (4); sai (3) chất béo không tan trong nước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Sai (5): thuỷ phân trong acid là thuận nghịch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Câu 3: A; Câu 4: 3 phát biểu đúng (B).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5 VÀ BÀI ĐỊNH LƯỢNG –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Thảo luận cặp đôi / nhóm – chưa xem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Câu 5. Phân loại: C₁₅H₃₁COONa; CH₃[CH₂]₁₁OSO₃Na; CH₃[CH₂]₁₁C₆H₄SO₃Na; C₁₇H₃₃COOK.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Bài thêm: Xà phòng hoá hoàn toàn 17,24 g chất béo cần vừa đủ 0,06 mol NaOH. Tính khối lượng xà phòng thu được.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Gợi mở: Bài thêm: n(glycerol) = n(NaOH) : 3; dùng bảo toàn khối lượng.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LUYỆN TẬP – CÂU 5 VÀ BÀI ĐỊNH LƯỢNG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Xà phòng: C₁₅H₃₁COONa, C₁₇H₃₃COOK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Chất giặt rửa tổng hợp: CH₃[CH₂]₁₁OSO₃Na, CH₃[CH₂]₁₁C₆H₄SO₃Na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n(C₃H₅(OH)₃) = 0,02 mol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m(xà phòng) = 17,24 + 0,06·40 − 0,02·92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Kết luận: m(xà phòng) = 17,80 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Đã kiểm tra liên kết (YouTube oEmbed) – xem trên lớp hoặc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Hóa học 12 · Bài 3. Ôn tập chương 1 (Ester – Lipid)</a:t>
            </a:r>
          </a:p>
        </p:txBody>
      </p:sp>
      <p:pic>
        <p:nvPicPr>
          <p:cNvPr id="7" name="Picture 6" descr="_qr_vid_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146304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How does soap work? (3D Animation)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ScienceWorld · Dùng ở: HĐ2 – Ôn cơ chế giặt rửa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https://www.youtube.com/watch?v=pKWtoPt_Y_E</a:t>
            </a:r>
          </a:p>
        </p:txBody>
      </p:sp>
      <p:pic>
        <p:nvPicPr>
          <p:cNvPr id="9" name="Picture 8" descr="_qr_vid_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3108960"/>
            <a:ext cx="9509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C2H5OH + CH3COOH. Phản ứng ester hoá. Điều chế ester. Điều chế ethyl acetate (etyl axetat)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Kênh: Hóa học ABC · Dùng ở: HĐ2 – Ôn phản ứng ester hoá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https://www.youtube.com/watch?v=T6-hdt-e6SM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hoa_cc_bai3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trangtu66.github.io/Taode_thi_online/hoa_cc_bai3_k12.html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Quét mã bằng điện thoại · 6 câu 4 lựa chọn + 1 câu Đúng/Sai · Kết quả gửi về GV tự động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3. Ôn tập chương 1 (Ester – Lipid)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