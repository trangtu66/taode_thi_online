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THPT|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TH3. CM tháng Tám và hai KC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T26-27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Hà Thị Lam Huyền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Tổng hợp bài học 3 sự kiện lịch sử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So sánh CMTT1945, KC chống Pháp, KC chống Mỹ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SƠ ĐỒ TƯ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LỊCH SỬ 12  |  TH3. CM tháng Tám và hai KC</a:t>
            </a:r>
          </a:p>
        </p:txBody>
      </p:sp>
      <p:pic>
        <p:nvPicPr>
          <p:cNvPr id="5" name="Picture 4" descr="_qr_su_cc_th3_k12.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1463040"/>
            <a:ext cx="2286000" cy="228600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 flipH="1" flipV="1">
            <a:off x="3508857" y="2670962"/>
            <a:ext cx="13511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240310" y="2244872"/>
            <a:ext cx="1268547" cy="42609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23869" y="2069271"/>
            <a:ext cx="1516440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Nắm bắt thời cơ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412014" y="2670962"/>
            <a:ext cx="1096843" cy="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52165" y="2495362"/>
            <a:ext cx="1859848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Toàn dân khởi nghĩa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326162" y="2670962"/>
            <a:ext cx="1182695" cy="42609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8017" y="2921452"/>
            <a:ext cx="1688144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Giành chính quyền</a:t>
            </a:r>
          </a:p>
        </p:txBody>
      </p:sp>
      <p:sp>
        <p:nvSpPr>
          <p:cNvPr id="13" name="Oval 12"/>
          <p:cNvSpPr/>
          <p:nvPr/>
        </p:nvSpPr>
        <p:spPr>
          <a:xfrm>
            <a:off x="2701107" y="2259078"/>
            <a:ext cx="1615500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Bài học từ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CMTT1945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860036" y="2670962"/>
            <a:ext cx="1351178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211214" y="2144161"/>
            <a:ext cx="1010991" cy="526801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222205" y="1968560"/>
            <a:ext cx="2031552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Trường kỳ kháng chiến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11214" y="2670962"/>
            <a:ext cx="1268547" cy="0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79761" y="2394651"/>
            <a:ext cx="1516440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Căn cứ địa vững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chắc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11214" y="2670962"/>
            <a:ext cx="1311473" cy="526801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522687" y="3022163"/>
            <a:ext cx="1430588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ĐBP quyết định</a:t>
            </a:r>
          </a:p>
        </p:txBody>
      </p:sp>
      <p:sp>
        <p:nvSpPr>
          <p:cNvPr id="21" name="Oval 20"/>
          <p:cNvSpPr/>
          <p:nvPr/>
        </p:nvSpPr>
        <p:spPr>
          <a:xfrm>
            <a:off x="5403463" y="2259078"/>
            <a:ext cx="1615500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Bài học KC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chống Pháp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508857" y="3954780"/>
            <a:ext cx="13511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283236" y="4711796"/>
            <a:ext cx="1225621" cy="526801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80943" y="4536196"/>
            <a:ext cx="1602292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Ý chí thống nhất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326162" y="5238597"/>
            <a:ext cx="1182695" cy="0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38017" y="4962286"/>
            <a:ext cx="1688144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Đấu tranh quân sự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+ ngoại giao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197384" y="5238597"/>
            <a:ext cx="1311473" cy="526801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66795" y="5589798"/>
            <a:ext cx="1430588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Đại thắng 1975</a:t>
            </a:r>
          </a:p>
        </p:txBody>
      </p:sp>
      <p:sp>
        <p:nvSpPr>
          <p:cNvPr id="29" name="Oval 28"/>
          <p:cNvSpPr/>
          <p:nvPr/>
        </p:nvSpPr>
        <p:spPr>
          <a:xfrm>
            <a:off x="2701107" y="4826713"/>
            <a:ext cx="1615500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Bài học KC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chống Mỹ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60036" y="3954780"/>
            <a:ext cx="1351178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211214" y="4812507"/>
            <a:ext cx="1225621" cy="426090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436835" y="4536196"/>
            <a:ext cx="1602292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Đại đoàn kết dân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tộc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211214" y="5238597"/>
            <a:ext cx="1182695" cy="100711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393909" y="5163708"/>
            <a:ext cx="1688144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Lãnh đạo đúng đắn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211214" y="5238597"/>
            <a:ext cx="1053917" cy="526801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265131" y="5589798"/>
            <a:ext cx="1945700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Chiến tranh nhân dân</a:t>
            </a:r>
          </a:p>
        </p:txBody>
      </p:sp>
      <p:sp>
        <p:nvSpPr>
          <p:cNvPr id="37" name="Oval 36"/>
          <p:cNvSpPr/>
          <p:nvPr/>
        </p:nvSpPr>
        <p:spPr>
          <a:xfrm>
            <a:off x="5195437" y="4995210"/>
            <a:ext cx="2031552" cy="486773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Bài học chung</a:t>
            </a:r>
          </a:p>
        </p:txBody>
      </p:sp>
      <p:sp>
        <p:nvSpPr>
          <p:cNvPr id="38" name="Oval 37"/>
          <p:cNvSpPr/>
          <p:nvPr/>
        </p:nvSpPr>
        <p:spPr>
          <a:xfrm>
            <a:off x="3488303" y="3287245"/>
            <a:ext cx="2743464" cy="1335069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TH3. CM THÁNG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TÁM VÀ HAI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CUỘC KHÁNG CHIẾN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Bài học chung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1. Đại đoàn kết toàn dân tộc
2. Lãnh đạo đúng đắn của Đảng, tư tưởng HCM
3. Chiến tranh nhân dân: toàn dân, toàn diện
4. Kết hợp quân sự + chính trị + ngoại giao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Bài học chung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1. Đại đoàn kết toàn dân tộc
2. Lãnh đạo đúng đắn của Đảng, tư tưởng HCM
3. Chiến tranh nhân dân: toàn dân, toàn diện
4. Kết hợp quân sự + chính trị + ngoại giao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Ba thắng lợi đều nhờ sức mạnh toàn dân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So sánh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| | CMTT | KC Pháp | KC Mỹ |
| Kẻ thù | Nhật→Pháp | Pháp | Mỹ–ngụy |
| Thời gian | 1945 | 1945-54 | 1954-75 |
| Kết quả | Độc lập | Genève | Thống nhất |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So sánh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| | CMTT | KC Pháp | KC Mỹ |
| Kẻ thù | Nhật→Pháp | Pháp | Mỹ–ngụy |
| Thời gian | 1945 | 1945-54 | 1954-75 |
| Kết quả | Độc lập | Genève | Thống nhất |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Phát huy sức mạnh toàn dân tộc là bài học xuyên suốt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Lịch sử 12 – TH3. CM tháng Tám và hai KC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https://trangtu66.github.io/Taode_thi_online/su_cc_th3_k12.html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SU12_TH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