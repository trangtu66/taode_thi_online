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10. Công cuộc Đổi mới từ 1986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T28-29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thích vì sao VN cần Đổi mới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nội dung Đổi mới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thành tựu bước đầu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10. Công cuộc Đổi mới từ 1986</a:t>
            </a:r>
          </a:p>
        </p:txBody>
      </p:sp>
      <p:pic>
        <p:nvPicPr>
          <p:cNvPr id="5" name="Picture 4" descr="_qr_su_cc_bai10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583718" y="2043450"/>
            <a:ext cx="925139" cy="627512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80461" y="1867849"/>
            <a:ext cx="220325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Siêu lạm phát &gt;300%/năm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2497866" y="2570251"/>
            <a:ext cx="1010991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66313" y="2293940"/>
            <a:ext cx="2031552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Thiếu lương thực trầm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trọng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240310" y="2670962"/>
            <a:ext cx="1268547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3869" y="2921452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Đời sống cực kỳ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khó khăn</a:t>
            </a:r>
          </a:p>
        </p:txBody>
      </p:sp>
      <p:sp>
        <p:nvSpPr>
          <p:cNvPr id="13" name="Oval 12"/>
          <p:cNvSpPr/>
          <p:nvPr/>
        </p:nvSpPr>
        <p:spPr>
          <a:xfrm>
            <a:off x="2215713" y="2259078"/>
            <a:ext cx="2586288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Khủng hoảng trước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244872"/>
            <a:ext cx="1139769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50983" y="1968560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'Nhìn thẳng vào sự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thật'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311473" cy="10071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22687" y="2596073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Đổi mới tư duy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053917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5131" y="3022163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Quyết định toàn diện</a:t>
            </a:r>
          </a:p>
        </p:txBody>
      </p:sp>
      <p:sp>
        <p:nvSpPr>
          <p:cNvPr id="21" name="Oval 20"/>
          <p:cNvSpPr/>
          <p:nvPr/>
        </p:nvSpPr>
        <p:spPr>
          <a:xfrm>
            <a:off x="5403463" y="2259078"/>
            <a:ext cx="1615500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Đại hội VI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1986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454940" y="4812507"/>
            <a:ext cx="1053917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9239" y="4636907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KT thị trường ĐHXHCN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69088" y="5238597"/>
            <a:ext cx="1139769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95091" y="5062997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Khoán hộ NQ10 1988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369088" y="5238597"/>
            <a:ext cx="1139769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95091" y="5489087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Xuất khẩu gạo 1989</a:t>
            </a:r>
          </a:p>
        </p:txBody>
      </p:sp>
      <p:sp>
        <p:nvSpPr>
          <p:cNvPr id="29" name="Oval 28"/>
          <p:cNvSpPr/>
          <p:nvPr/>
        </p:nvSpPr>
        <p:spPr>
          <a:xfrm>
            <a:off x="2562423" y="4826713"/>
            <a:ext cx="1892868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Đổi mới kinh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tế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812507"/>
            <a:ext cx="1268547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479761" y="4536196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Đa dạng hóa, đa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phương hóa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483177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694391" y="5163708"/>
            <a:ext cx="1087180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ASEAN 1995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968065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179279" y="5589798"/>
            <a:ext cx="211740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Bình thường VN–Mỹ 1995</a:t>
            </a:r>
          </a:p>
        </p:txBody>
      </p:sp>
      <p:sp>
        <p:nvSpPr>
          <p:cNvPr id="37" name="Oval 36"/>
          <p:cNvSpPr/>
          <p:nvPr/>
        </p:nvSpPr>
        <p:spPr>
          <a:xfrm>
            <a:off x="5334121" y="4826713"/>
            <a:ext cx="1754184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Đổi mới đối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ngoại</a:t>
            </a:r>
          </a:p>
        </p:txBody>
      </p:sp>
      <p:sp>
        <p:nvSpPr>
          <p:cNvPr id="38" name="Oval 37"/>
          <p:cNvSpPr/>
          <p:nvPr/>
        </p:nvSpPr>
        <p:spPr>
          <a:xfrm>
            <a:off x="3802654" y="3287245"/>
            <a:ext cx="2114763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10. CÔNG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CUỘC ĐỔI MỚI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TỪ 1986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Bối cảnh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Khủng hoảng KT–XH 1975-1986: lạm phát, thiếu lương thực
Mô hình kế hoạch hóa tập trung bộc lộ hạn chế
Đại hội VI (12/1986): 'Nhìn thẳng vào sự thật'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Bối cảnh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Khủng hoảng KT–XH 1975-1986: lạm phát, thiếu lương thực
Mô hình kế hoạch hóa tập trung bộc lộ hạn chế
Đại hội VI (12/1986): 'Nhìn thẳng vào sự thật'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Đổi mới là đòi hỏi khách quan, sinh tử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Nội dung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KT: từ KH hóa tập trung → kinh tế thị trường ĐHXHCN
Nghị quyết 10 (1988): khoán hộ → xuất khẩu gạo 1989
Đối ngoại: đa dạng hóa, đa phương hóa; VN–Mỹ 1995; ASEAN 1995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Nội dung Đổi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KT: từ KH hóa tập trung → kinh tế thị trường ĐHXHCN
Nghị quyết 10 (1988): khoán hộ → xuất khẩu gạo 1989
Đối ngoại: đa dạng hóa, đa phương hóa; VN–Mỹ 1995; ASEAN 1995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Cuộc cải cách lớn nhất trong lịch sử hiện đại VN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10. Công cuộc Đổi mới từ 1986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https://trangtu66.github.io/Taode_thi_online/su_cc_bai10_k12.html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