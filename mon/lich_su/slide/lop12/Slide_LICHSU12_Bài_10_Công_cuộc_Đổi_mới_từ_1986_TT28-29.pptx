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THPT VĨNH THẠNH  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10. Công cuộc Đổi mới từ 1986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T28-29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Hà Thị Lam Huyền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THPT Vĩnh Thạnh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Giải thích vì sao Việt Nam cần Đổi mới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nội dung chính của Đổi mới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thành tựu bước đầu của Đổi mới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Bối cảnh ra đời Đổi mới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• Cuộc khủng hoảng KT–XH 1975–1986: siêu lạm phát, thiếu lương thực
• Mô hình kinh tế kế hoạch hóa tập trung bộc lộ hạn chế
• Đại hội VI (12/1986): 'Nhìn thẳng vào sự thật, đánh giá đúng sự thật'
• Quyết định Đổi mới toàn diện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Bối cảnh ra đời Đổi mới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• Cuộc khủng hoảng KT–XH 1975–1986: siêu lạm phát, thiếu lương thực
• Mô hình kinh tế kế hoạch hóa tập trung bộc lộ hạn chế
• Đại hội VI (12/1986): 'Nhìn thẳng vào sự thật, đánh giá đúng sự thật'
• Quyết định Đổi mới toàn diện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Đổi mới là đòi hỏi khách quan, sinh tử của đất nước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Nội dung Đổi mới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Kinh tế:
• Từ kế hoạch hóa tập trung → kinh tế thị trường ĐH XHCN
• Đa dạng hóa thành phần kinh tế
• Nghị quyết 10 (1988): khoán hộ → xuất khẩu gạo 1989
Đối ngoại:
• Đa dạng hóa, đa phương hóa
• Bình thường hóa với Mỹ (1995), gia nhập ASEAN (1995)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Nội dung Đổi mới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Kinh tế:
• Từ kế hoạch hóa tập trung → kinh tế thị trường ĐH XHCN
• Đa dạng hóa thành phần kinh tế
• Nghị quyết 10 (1988): khoán hộ → xuất khẩu gạo 1989
Đối ngoại:
• Đa dạng hóa, đa phương hóa
• Bình thường hóa với Mỹ (1995), gia nhập ASEAN (1995)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Đây là cuộc cải cách lớn nhất trong lịch sử hiện đại Việt Nam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E40AF"/>
                </a:solidFill>
                <a:latin typeface="Calibri"/>
              </a:rPr>
              <a:t>Lịch sử 12 – Bài 10. Công cuộc Đổi mới từ 1986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11274552" cy="7315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5783A"/>
                </a:solidFill>
                <a:latin typeface="Calibri"/>
              </a:rPr>
              <a:t>🔗 https://trangtu66.github.io/Taode_thi_online/su_cc_bai10_k12.html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Quét mã QR hoặc truy cập đường link để làm bài củng cố trực tuyến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📱 Làm bài trực tuyến – Kết quả ngay lập tức – Theo dõi tiến độ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THPT Vĩnh Thạnh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