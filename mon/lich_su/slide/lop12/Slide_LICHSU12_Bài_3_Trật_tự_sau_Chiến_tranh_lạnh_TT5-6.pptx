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3. Trật tự sau Chiến tranh lạnh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T5-6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Trình bày nguyên nhân kết thúc Chiến tranh lạnh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đặc điểm trật tự thế giới sau Chiến tranh lạnh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Nhận xét xu thế toàn cầu hóa và hội nhập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78892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788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76148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Liên hệ Việt Nam trong bối cảnh mới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Kết thúc Chiến tranh lạnh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Hội nghị Malta (12/1989): Bush–Gorbachev tuyên bố kết thúc
• Bức tường Berlin sụp đổ (11/1989)
• Liên Xô tan rã (25/12/1991)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Kết thúc Chiến tranh lạnh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Hội nghị Malta (12/1989): Bush–Gorbachev tuyên bố kết thúc
• Bức tường Berlin sụp đổ (11/1989)
• Liên Xô tan rã (25/12/1991)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Trật tự hai cực Yalta sụp đổ hoàn toàn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Trật tự thế giới mới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Xu thế: đa cực hóa, Mỹ là siêu cường duy nhất giai đoạn đầu
• Hòa bình, hợp tác, phát triển là xu thế chủ đạo
• Toàn cầu hóa mở rộng: WTO (1995), tự do thương mại
• Thách thức: khủng bố, xung đột cục bộ, biến đổi khí hậu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Trật tự thế giới mới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Xu thế: đa cực hóa, Mỹ là siêu cường duy nhất giai đoạn đầu
• Hòa bình, hợp tác, phát triển là xu thế chủ đạo
• Toàn cầu hóa mở rộng: WTO (1995), tự do thương mại
• Thách thức: khủng bố, xung đột cục bộ, biến đổi khí hậu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Cơ hội cho các nước đang phát triển hội nhập, thu hút FDI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Lịch sử 12 – Bài 3. Trật tự sau Chiến tranh lạnh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https://trangtu66.github.io/Taode_thi_online/su_cc_bai3_k12.html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