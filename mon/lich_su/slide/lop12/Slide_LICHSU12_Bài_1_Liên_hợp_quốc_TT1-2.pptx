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1. Liên hợp quốc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hoàn cảnh ra đời và mục đích của LHQ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Xác định cơ cấu tổ chức LHQ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LHQ trong quan hệ quốc tế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6148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Liên hệ Việt Nam trong LHQ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1. Liên hợp quốc</a:t>
            </a:r>
          </a:p>
        </p:txBody>
      </p:sp>
      <p:pic>
        <p:nvPicPr>
          <p:cNvPr id="5" name="Picture 4" descr="_qr_su_cc_bai1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326162" y="2043450"/>
            <a:ext cx="1182695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8017" y="1767138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CTTG II kết thúc,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Hội nghị SF 1945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283236" y="2670962"/>
            <a:ext cx="1225621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0943" y="2394651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51 quốc gia sáng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lập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369088" y="2670962"/>
            <a:ext cx="1139769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5091" y="3022163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Mục tiêu: hòa bình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&amp; hợp tác</a:t>
            </a:r>
          </a:p>
        </p:txBody>
      </p:sp>
      <p:sp>
        <p:nvSpPr>
          <p:cNvPr id="13" name="Oval 12"/>
          <p:cNvSpPr/>
          <p:nvPr/>
        </p:nvSpPr>
        <p:spPr>
          <a:xfrm>
            <a:off x="2562423" y="2259078"/>
            <a:ext cx="1892868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Hoàn cảnh ra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đời LHQ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144161"/>
            <a:ext cx="1311473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22687" y="1867849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Đại Hội đồng –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193 thành viên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268547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79761" y="2495362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HĐBA – 5 thường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trực (P5)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010991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22205" y="3122874"/>
            <a:ext cx="203155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UNESCO, WHO, FAO, IMF</a:t>
            </a:r>
          </a:p>
        </p:txBody>
      </p:sp>
      <p:sp>
        <p:nvSpPr>
          <p:cNvPr id="21" name="Oval 20"/>
          <p:cNvSpPr/>
          <p:nvPr/>
        </p:nvSpPr>
        <p:spPr>
          <a:xfrm>
            <a:off x="5472805" y="2259078"/>
            <a:ext cx="1476816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Cơ cấu tổ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chức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412014" y="4611085"/>
            <a:ext cx="1096843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52165" y="4435485"/>
            <a:ext cx="1859848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Bình đẳng chủ quyền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2412014" y="5137886"/>
            <a:ext cx="1096843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2165" y="4861575"/>
            <a:ext cx="1859848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Không can thiệp nội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bộ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412014" y="5238597"/>
            <a:ext cx="1096843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2165" y="5489087"/>
            <a:ext cx="1859848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Giải quyết hòa bình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tranh chấp</a:t>
            </a:r>
          </a:p>
        </p:txBody>
      </p:sp>
      <p:sp>
        <p:nvSpPr>
          <p:cNvPr id="29" name="Oval 28"/>
          <p:cNvSpPr/>
          <p:nvPr/>
        </p:nvSpPr>
        <p:spPr>
          <a:xfrm>
            <a:off x="2354397" y="4826713"/>
            <a:ext cx="230892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Nguyên tắc hoạt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động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711796"/>
            <a:ext cx="925139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136353" y="4435485"/>
            <a:ext cx="2203256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Gia nhập 20/9/1977 (thứ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149)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839287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050501" y="5062997"/>
            <a:ext cx="2374960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HĐBA 2008-2009, 2020-2021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139769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50983" y="5489087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Đóng góp tích cực,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chủ động</a:t>
            </a:r>
          </a:p>
        </p:txBody>
      </p:sp>
      <p:sp>
        <p:nvSpPr>
          <p:cNvPr id="37" name="Oval 36"/>
          <p:cNvSpPr/>
          <p:nvPr/>
        </p:nvSpPr>
        <p:spPr>
          <a:xfrm>
            <a:off x="5403463" y="4826713"/>
            <a:ext cx="1615500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Việt Nam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LHQ</a:t>
            </a:r>
          </a:p>
        </p:txBody>
      </p:sp>
      <p:sp>
        <p:nvSpPr>
          <p:cNvPr id="38" name="Oval 37"/>
          <p:cNvSpPr/>
          <p:nvPr/>
        </p:nvSpPr>
        <p:spPr>
          <a:xfrm>
            <a:off x="3881241" y="3484793"/>
            <a:ext cx="195758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1. LIÊN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HỢP QUỐC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Hoàn cảnh ra đời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Sau CTTG II, 24/10/1945, Hội nghị San Francisco
51 thành viên sáng lập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Hoàn cảnh ra đời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Sau CTTG II, 24/10/1945, Hội nghị San Francisco
51 thành viên sáng lập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Mục tiêu: duy trì hòa bình, thúc đẩy hợp tác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Cơ cấu tổ chức LHQ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Đại Hội đồng: 1 nước 1 phiếu
• HĐBA: 5 ủy viên thường trực
• Ban Thư ký, ICJ, WHO, UNESCO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Cơ cấu tổ chức LHQ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Đại Hội đồng: 1 nước 1 phiếu
• HĐBA: 5 ủy viên thường trực
• Ban Thư ký, ICJ, WHO, UNESCO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Việt Nam gia nhập LHQ: 20/9/1977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1. Liên hợp quốc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