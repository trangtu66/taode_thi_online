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1. Liên hợp quốc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T1-2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Trình bày hoàn cảnh ra đời và mục đích của LHQ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Xác định cơ cấu tổ chức LHQ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vai trò LHQ trong quan hệ quốc tế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78892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788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76148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Liên hệ Việt Nam trong LHQ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SO DO TU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LỊCH SỬ 12  |  Bài 1. Liên hợp quốc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8476" y="804672"/>
            <a:ext cx="4572000" cy="640080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Bài 1. Liên hợp quốc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412748.0" y="1124712.0"/>
            <a:ext cx="4681728.0" cy="864108.0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9728" y="1691640"/>
            <a:ext cx="2606040" cy="59436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Hoàn cảnh ra đời LHQ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412748.0" y="1568196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399032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CTTG II kết thúc, Hội nghị SF 1945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12748.0" y="1988820.0"/>
            <a:ext cx="2839212.0" cy="0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819656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51 quốc gia sáng lập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2748.0" y="1988820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40280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Mục tiêu: hòa bình &amp; hợp tác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412748.0" y="1124712.0"/>
            <a:ext cx="4681728.0" cy="3058668.0"/>
          </a:xfrm>
          <a:prstGeom prst="line">
            <a:avLst/>
          </a:prstGeom>
          <a:ln w="2286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9728" y="3886200"/>
            <a:ext cx="2606040" cy="594360"/>
          </a:xfrm>
          <a:prstGeom prst="ellipse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Cơ cấu tổ chức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12748.0" y="3762756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3593592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Đại Hội đồng – 193 thành viên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2748.0" y="4183380.0"/>
            <a:ext cx="2839212.0" cy="0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0360" y="4014216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HĐBA – 5 thường trực (P5)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12748.0" y="4183380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880360" y="4434840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UNESCO, WHO, FAO, IMF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4476.0" y="1124712.0"/>
            <a:ext cx="4681728.0" cy="864108.0"/>
          </a:xfrm>
          <a:prstGeom prst="line">
            <a:avLst/>
          </a:prstGeom>
          <a:ln w="2286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473184" y="1691640"/>
            <a:ext cx="2606040" cy="594360"/>
          </a:xfrm>
          <a:prstGeom prst="ellipse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Nguyên tắc hoạt động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7936992.0" y="1568196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65392" y="1399032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Bình đẳng chủ quyền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936992.0" y="1988820.0"/>
            <a:ext cx="2839212.0" cy="0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65392" y="1819656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Không can thiệp nội bộ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936992.0" y="1988820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65392" y="2240280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Giải quyết hòa bình tranh chấp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4476.0" y="1124712.0"/>
            <a:ext cx="4681728.0" cy="3058668.0"/>
          </a:xfrm>
          <a:prstGeom prst="line">
            <a:avLst/>
          </a:prstGeom>
          <a:ln w="2286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473184" y="3886200"/>
            <a:ext cx="2606040" cy="594360"/>
          </a:xfrm>
          <a:prstGeom prst="ellipse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Việt Nam &amp; LHQ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7936992.0" y="3762756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65392" y="3593592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Gia nhập 20/9/1977 (thứ 149)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36992.0" y="4183380.0"/>
            <a:ext cx="2839212.0" cy="0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65392" y="4014216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HĐBA 2008-2009, 2020-2021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36992.0" y="4183380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565392" y="4434840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Đóng góp tích cực, chủ động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Hoàn cảnh ra đời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Sau CTTG II, 24/10/1945, Hội nghị San Francisco
51 thành viên sáng lập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Hoàn cảnh ra đời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Sau CTTG II, 24/10/1945, Hội nghị San Francisco
51 thành viên sáng lập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Mục tiêu: duy trì hòa bình, thúc đẩy hợp tác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Cơ cấu tổ chức LHQ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• Đại Hội đồng: 1 nước 1 phiếu
• HĐBA: 5 ủy viên thường trực
• Ban Thư ký, ICJ, WHO, UNESCO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Cơ cấu tổ chức LHQ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• Đại Hội đồng: 1 nước 1 phiếu
• HĐBA: 5 ủy viên thường trực
• Ban Thư ký, ICJ, WHO, UNESCO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Việt Nam gia nhập LHQ: 20/9/1977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Lịch sử 12 – Bài 1. Liên hợp quốc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https://trangtu66.github.io/Taode_thi_online/su_cc_bai1_k12.html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SU12_Ba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