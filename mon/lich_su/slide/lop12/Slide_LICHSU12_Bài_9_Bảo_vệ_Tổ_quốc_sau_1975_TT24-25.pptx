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9. Bảo vệ Tổ quốc sau 1975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T24-25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cuộc chiến biên giới Tây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biên giới phía Bắc 1979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Bài học bảo vệ TQ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9. Bảo vệ Tổ quốc sau 1975</a:t>
            </a:r>
          </a:p>
        </p:txBody>
      </p:sp>
      <p:pic>
        <p:nvPicPr>
          <p:cNvPr id="5" name="Picture 4" descr="_qr_su_cc_bai9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283236" y="2244872"/>
            <a:ext cx="1225621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0943" y="2069271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Khó khăn kinh tế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40310" y="2670962"/>
            <a:ext cx="1268547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3869" y="2495362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Bao vây cấm vận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54940" y="2670962"/>
            <a:ext cx="1053917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9239" y="2921452"/>
            <a:ext cx="194570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Căng thẳng biên giới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259078"/>
            <a:ext cx="1892868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Bối cảnh sau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1975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225621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1867849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Pol Pot tấn công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1977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096843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08057" y="2495362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7/1/1979 giải phóng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PnomPenh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968065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79279" y="3122874"/>
            <a:ext cx="2117404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Cứu nhân dân Campuchia</a:t>
            </a:r>
          </a:p>
        </p:txBody>
      </p:sp>
      <p:sp>
        <p:nvSpPr>
          <p:cNvPr id="21" name="Oval 20"/>
          <p:cNvSpPr/>
          <p:nvPr/>
        </p:nvSpPr>
        <p:spPr>
          <a:xfrm>
            <a:off x="5195437" y="2259078"/>
            <a:ext cx="2031552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Biên giới Tây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Nam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97866" y="4711796"/>
            <a:ext cx="1010991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6313" y="4536196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17/2/1979 TQ tấn công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26162" y="5238597"/>
            <a:ext cx="1182695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8017" y="4962286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Quân dân VN kháng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cự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154458" y="5238597"/>
            <a:ext cx="1354399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9721" y="5589798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TQ rút 3/1979</a:t>
            </a:r>
          </a:p>
        </p:txBody>
      </p:sp>
      <p:sp>
        <p:nvSpPr>
          <p:cNvPr id="29" name="Oval 28"/>
          <p:cNvSpPr/>
          <p:nvPr/>
        </p:nvSpPr>
        <p:spPr>
          <a:xfrm>
            <a:off x="2423739" y="4826713"/>
            <a:ext cx="2170236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Biên giới phía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Bắc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131147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22687" y="4435485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Độc lập tự chủ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tuyệt đối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182695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93909" y="506299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Sức mạnh toàn dân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39769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50983" y="5489087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HS–TS là phần lãnh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thổ VN</a:t>
            </a:r>
          </a:p>
        </p:txBody>
      </p:sp>
      <p:sp>
        <p:nvSpPr>
          <p:cNvPr id="37" name="Oval 36"/>
          <p:cNvSpPr/>
          <p:nvPr/>
        </p:nvSpPr>
        <p:spPr>
          <a:xfrm>
            <a:off x="5334121" y="4826713"/>
            <a:ext cx="1754184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Bài học chủ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quyền</a:t>
            </a:r>
          </a:p>
        </p:txBody>
      </p:sp>
      <p:sp>
        <p:nvSpPr>
          <p:cNvPr id="38" name="Oval 37"/>
          <p:cNvSpPr/>
          <p:nvPr/>
        </p:nvSpPr>
        <p:spPr>
          <a:xfrm>
            <a:off x="3959829" y="3287245"/>
            <a:ext cx="1800412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9. BẢO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VỆ TỔ QUỐC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SAU 1975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Biên giới Tây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1977-1979: Pol Pot – Khmer Đỏ tấn công
7/1/1979: VN lật đổ chế độ diệt chủng Pol Pot
Cứu nhân dân Campuchia (1,5-2 triệu nạn nhân)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Biên giới Tây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1977-1979: Pol Pot – Khmer Đỏ tấn công
7/1/1979: VN lật đổ chế độ diệt chủng Pol Pot
Cứu nhân dân Campuchia (1,5-2 triệu nạn nhân)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Tự vệ chính đáng và tinh thần quốc tế cao cả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Biên giới phía Bắc (2/1979)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17/2/1979: TQ tấn công 6 tỉnh biên giới
Quân dân VN kiên cường chiến đấu
3/1979: TQ rút; 1991: bình thường hóa VN-TQ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Biên giới phía Bắc (2/1979)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17/2/1979: TQ tấn công 6 tỉnh biên giới
Quân dân VN kiên cường chiến đấu
3/1979: TQ rút; 1991: bình thường hóa VN-TQ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độc lập tự chủ, bảo vệ toàn vẹn lãnh thổ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9. Bảo vệ Tổ quốc sau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https://trangtu66.github.io/Taode_thi_online/su_cc_bai9_k12.html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