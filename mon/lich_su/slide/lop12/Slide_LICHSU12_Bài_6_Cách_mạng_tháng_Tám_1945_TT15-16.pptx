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6. Cách mạng tháng Tám 1945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T15-16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hoàn cảnh và thời cơ CMTT1945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diễn biến Tổng khởi nghĩa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ý nghĩa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6. Cách mạng tháng Tám 1945</a:t>
            </a:r>
          </a:p>
        </p:txBody>
      </p:sp>
      <p:pic>
        <p:nvPicPr>
          <p:cNvPr id="5" name="Picture 4" descr="_qr_su_cc_bai6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583718" y="2144161"/>
            <a:ext cx="925139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80461" y="1968560"/>
            <a:ext cx="220325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Nhật đầu hàng 15/8/1945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2369088" y="2570251"/>
            <a:ext cx="1139769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5091" y="2394651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Pháp chưa quay lại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283236" y="2670962"/>
            <a:ext cx="1225621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0943" y="2820741"/>
            <a:ext cx="1602292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Thời cơ ngàn năm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có một</a:t>
            </a:r>
          </a:p>
        </p:txBody>
      </p:sp>
      <p:sp>
        <p:nvSpPr>
          <p:cNvPr id="13" name="Oval 12"/>
          <p:cNvSpPr/>
          <p:nvPr/>
        </p:nvSpPr>
        <p:spPr>
          <a:xfrm>
            <a:off x="2423739" y="2259078"/>
            <a:ext cx="2170236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Hoàn cảnh lịch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sử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144161"/>
            <a:ext cx="1182695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93909" y="1867849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Hội nghị Tân Trào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13-15/8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053917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65131" y="2495362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Lệnh Tổng khởi nghĩa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54399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565613" y="2921452"/>
            <a:ext cx="1344736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HCM – Tổng tư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lệnh</a:t>
            </a:r>
          </a:p>
        </p:txBody>
      </p:sp>
      <p:sp>
        <p:nvSpPr>
          <p:cNvPr id="21" name="Oval 20"/>
          <p:cNvSpPr/>
          <p:nvPr/>
        </p:nvSpPr>
        <p:spPr>
          <a:xfrm>
            <a:off x="4848727" y="2259078"/>
            <a:ext cx="2724972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Lãnh đạo Đảng–Việt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Minh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068606" y="4711796"/>
            <a:ext cx="1440251" cy="52680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5573" y="4536196"/>
            <a:ext cx="117303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19/8 Hà Nội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69088" y="5238597"/>
            <a:ext cx="1139769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5091" y="4962286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23/8 Huế, 25/8 Sài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Gòn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283236" y="5238597"/>
            <a:ext cx="1225621" cy="52680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0943" y="5589798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Bảo Đại thoái vị</a:t>
            </a:r>
          </a:p>
        </p:txBody>
      </p:sp>
      <p:sp>
        <p:nvSpPr>
          <p:cNvPr id="29" name="Oval 28"/>
          <p:cNvSpPr/>
          <p:nvPr/>
        </p:nvSpPr>
        <p:spPr>
          <a:xfrm>
            <a:off x="2423739" y="4826713"/>
            <a:ext cx="2170236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Diễn biến Tổng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KN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182695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93909" y="4536196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2/9/1945: Độc lập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211214" y="5137886"/>
            <a:ext cx="1225621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436835" y="4962286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Phá xiềng 80 năm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225621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436835" y="5388376"/>
            <a:ext cx="1602292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Nhân dân làm chủ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đất nước</a:t>
            </a:r>
          </a:p>
        </p:txBody>
      </p:sp>
      <p:sp>
        <p:nvSpPr>
          <p:cNvPr id="37" name="Oval 36"/>
          <p:cNvSpPr/>
          <p:nvPr/>
        </p:nvSpPr>
        <p:spPr>
          <a:xfrm>
            <a:off x="5264779" y="4826713"/>
            <a:ext cx="1892868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Ý nghĩa lịch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sử</a:t>
            </a:r>
          </a:p>
        </p:txBody>
      </p:sp>
      <p:sp>
        <p:nvSpPr>
          <p:cNvPr id="38" name="Oval 37"/>
          <p:cNvSpPr/>
          <p:nvPr/>
        </p:nvSpPr>
        <p:spPr>
          <a:xfrm>
            <a:off x="3645479" y="3287245"/>
            <a:ext cx="242911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6. CÁCH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MẠNG THÁNG TÁM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1945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Hoàn cảnh và thời cơ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Nhật đầu hàng 15/8/1945 → khoảng trống quyền lực
Hội nghị Tân Trào 13-15/8: lệnh Tổng khởi nghĩa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Hoàn cảnh và thời cơ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Nhật đầu hàng 15/8/1945 → khoảng trống quyền lực
Hội nghị Tân Trào 13-15/8: lệnh Tổng khởi nghĩa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Thời cơ 'ngàn năm có một'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Diễn biến và ý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19/8: Hà Nội; 23/8: Huế; 25/8: Sài Gòn
2/9/1945: Tuyên ngôn Độc lập → Nước VNDCCH ra đời
Ý nghĩa: phá xiềng xích 80 năm thực dân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Diễn biến và ý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19/8: Hà Nội; 23/8: Huế; 25/8: Sài Gòn
2/9/1945: Tuyên ngôn Độc lập → Nước VNDCCH ra đời
Ý nghĩa: phá xiềng xích 80 năm thực dân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Bài học: phát huy sức mạnh toàn dân, nắm thời cơ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6. Cách mạng tháng Tám 1945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https://trangtu66.github.io/Taode_thi_online/su_cc_bai6_k12.html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