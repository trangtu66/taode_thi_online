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TH2. ASEAN – Những chặng đường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Lập niên biểu các mốc phát triển của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hình ảnh, bản đồ về khu vực Đông Nam 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1967: Tuyên bố Bangkok
1971: ZOPFAN (khu vực hòa bình, tự do, trung lập)
1976: Hội nghị Bali I, TAC
1984: Brunei gia nhập
1992: AFTA
1994: ARF
1995: Việt Nam
1997: Lào, Myanmar
1999: Campuchia
2007: Hiến chương ASEAN
2015: Cộng đồng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1967: Tuyên bố Bangkok
1971: ZOPFAN (khu vực hòa bình, tự do, trung lập)
1976: Hội nghị Bali I, TAC
1984: Brunei gia nhập
1992: AFTA
1994: ARF
1995: Việt Nam
1997: Lào, Myanmar
1999: Campuchia
2007: Hiến chương ASEAN
2015: Cộng đồng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Quá trình mở rộng từ 5 → 10 thành viên qua 32 năm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hành: Phân tích tư liệu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Đọc bản đồ Đông Nam Á và xác định 10 thành viên
2. Phân tích niên biểu ASEAN theo 3 giai đoạn
3. Nhận xét quan hệ Việt Nam – ASEAN
4. Đánh giá triển vọng ASEAN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hành: Phân tích tư liệu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Đọc bản đồ Đông Nam Á và xác định 10 thành viên
2. Phân tích niên biểu ASEAN theo 3 giai đoạn
3. Nhận xét quan hệ Việt Nam – ASEAN
4. Đánh giá triển vọng ASEAN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ASEAN+3 (Trung Quốc, Nhật Bản, Hàn Quốc) là cơ chế hợp tác liên khu vực quan trọng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TH2. ASEAN – Những chặng đường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https://trangtu66.github.io/Taode_thi_online/su_cc_th2_k12.html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