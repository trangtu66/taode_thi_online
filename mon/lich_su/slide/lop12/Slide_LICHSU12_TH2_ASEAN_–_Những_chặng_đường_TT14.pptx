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TH2. ASEAN – Những chặng đường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Lập niên biểu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bản đồ ĐNA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Việt Nam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TH2. ASEAN – Những chặng đường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TH2. ASEAN – Những chặng đường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Giai đoạn 1 (1967-1975)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5 thành viên sáng lập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Hợp tác lỏng lẻo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Bối cảnh CTL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Giai đoạn 2 (1976-1991)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TAC + ZOPFAN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Hội nghị Bali I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ASEAN mở rộng dần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Giai đoạn 3 (1992-2015)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AFTA, ARF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ASEAN-10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Hiến chương + Cộng đồng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Hiện tại–Tương lai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ASEAN+3, EAS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Tầm nhìn 2025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Củng cố 3 trụ cột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Niên biểu ASEAN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1967→5 thành viên; 1976→TAC; 1984→Brunei; 1992→AFTA
1995→VN; 1999→Campuchia; 2007→Hiến chương; 2015→CĐ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Niên biểu ASEAN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1967→5 thành viên; 1976→TAC; 1984→Brunei; 1992→AFTA
1995→VN; 1999→Campuchia; 2007→Hiến chương; 2015→CĐ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32 năm từ 5 → 10 thành viên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phân tích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Bản đồ ĐNA 10 thành viên
2. Phân tích 3 giai đoạn ASEAN
3. Quan hệ VN–ASEAN
4. Triển vọng đến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phân tích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Bản đồ ĐNA 10 thành viên
2. Phân tích 3 giai đoạn ASEAN
3. Quan hệ VN–ASEAN
4. Triển vọng đến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ASEAN+3 là cơ chế liên khu vực quan trọng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TH2. ASEAN – Những chặng đường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https://trangtu66.github.io/Taode_thi_online/su_cc_th2_k12.html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T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