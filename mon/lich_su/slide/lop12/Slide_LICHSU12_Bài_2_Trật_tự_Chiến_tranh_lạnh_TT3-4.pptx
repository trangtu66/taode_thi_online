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2. Trật tự Chiến tranh lạnh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Giải thích nguyên nhân hình thành Chiến tranh lạnh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biểu hiện của trật tự hai cực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tác động của Chiến tranh lạnh với thế giới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6148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Liên hệ Việt Nam trong Chiến tranh lạnh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Nguồn gốc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Sau CTTG II, Mỹ và Liên Xô từ đồng minh → đối thủ
• Mỹ: Học thuyết Truman (1947), Kế hoạch Marshall (1947), NATO (1949)
• Liên Xô: SEV (1949), Khối Warsaw (1955)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Nguồn gốc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Sau CTTG II, Mỹ và Liên Xô từ đồng minh → đối thủ
• Mỹ: Học thuyết Truman (1947), Kế hoạch Marshall (1947), NATO (1949)
• Liên Xô: SEV (1949), Khối Warsaw (1955)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Đặc điểm: đối đầu chính trị, kinh tế, quân sự không có chiến tranh trực tiếp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Biểu hiện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Thế giới chia đôi: TBCN (Mỹ dẫn đầu) ↔ XHCN (Liên Xô dẫn đầu)
• Chạy đua vũ trang hạt nhân
• Đỉnh điểm: Khủng hoảng tên lửa Cuba (1962)
• Chiến tranh cục bộ: Triều Tiên, Việt Nam, Trung Đông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Biểu hiện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Thế giới chia đôi: TBCN (Mỹ dẫn đầu) ↔ XHCN (Liên Xô dẫn đầu)
• Chạy đua vũ trang hạt nhân
• Đỉnh điểm: Khủng hoảng tên lửa Cuba (1962)
• Chiến tranh cục bộ: Triều Tiên, Việt Nam, Trung Đông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Hậu quả: thế giới luôn trong căng thẳng, chạy đua vũ trang tốn kém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Bài 2. Trật tự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https://trangtu66.github.io/Taode_thi_online/su_cc_bai2_k12.html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