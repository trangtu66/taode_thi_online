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2. Trật tự Chiến tranh lạnh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T3-4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Giải thích nguyên nhân Chiến tranh lạnh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trật tự hai cực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hậu quả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Bài 2. Trật tự Chiến tranh lạnh</a:t>
            </a:r>
          </a:p>
        </p:txBody>
      </p:sp>
      <p:pic>
        <p:nvPicPr>
          <p:cNvPr id="5" name="Picture 4" descr="_qr_su_cc_bai2_k12.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369088" y="2244872"/>
            <a:ext cx="1139769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95091" y="1968560"/>
            <a:ext cx="1773996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Mỹ–LX từ đồng minh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→ đối thủ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540792" y="2670962"/>
            <a:ext cx="968065" cy="10071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3387" y="2596073"/>
            <a:ext cx="2117404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Học thuyết Truman 1947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540792" y="2670962"/>
            <a:ext cx="968065" cy="52680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23387" y="3022163"/>
            <a:ext cx="2117404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Kế hoạch Marshall 1947</a:t>
            </a:r>
          </a:p>
        </p:txBody>
      </p:sp>
      <p:sp>
        <p:nvSpPr>
          <p:cNvPr id="13" name="Oval 12"/>
          <p:cNvSpPr/>
          <p:nvPr/>
        </p:nvSpPr>
        <p:spPr>
          <a:xfrm>
            <a:off x="2354397" y="2427575"/>
            <a:ext cx="2308920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Nguyên nhân CTL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2144161"/>
            <a:ext cx="882213" cy="52680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93427" y="1968560"/>
            <a:ext cx="2289108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NATO (1949) ↔ SEV–Warsaw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1214" y="2670962"/>
            <a:ext cx="1182695" cy="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93909" y="2394651"/>
            <a:ext cx="1688144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Chạy đua vũ trang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hạt nhân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010991" cy="52680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22205" y="3022163"/>
            <a:ext cx="2031552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Khủng hoảng Cuba 1962</a:t>
            </a:r>
          </a:p>
        </p:txBody>
      </p:sp>
      <p:sp>
        <p:nvSpPr>
          <p:cNvPr id="21" name="Oval 20"/>
          <p:cNvSpPr/>
          <p:nvPr/>
        </p:nvSpPr>
        <p:spPr>
          <a:xfrm>
            <a:off x="5056753" y="2427575"/>
            <a:ext cx="2308920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Biểu hiện chính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454940" y="4812507"/>
            <a:ext cx="1053917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09239" y="4636907"/>
            <a:ext cx="1945700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Triều Tiên 1950-1953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369088" y="5238597"/>
            <a:ext cx="1139769" cy="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95091" y="5062997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Việt Nam 1955-1975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497866" y="5238597"/>
            <a:ext cx="1010991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66313" y="5489087"/>
            <a:ext cx="2031552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Trung Đông nhiều cuộc</a:t>
            </a:r>
          </a:p>
        </p:txBody>
      </p:sp>
      <p:sp>
        <p:nvSpPr>
          <p:cNvPr id="29" name="Oval 28"/>
          <p:cNvSpPr/>
          <p:nvPr/>
        </p:nvSpPr>
        <p:spPr>
          <a:xfrm>
            <a:off x="2354397" y="4826713"/>
            <a:ext cx="2308920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Chiến tranh cục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bộ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211214" y="4711796"/>
            <a:ext cx="1096843" cy="52680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8057" y="4435485"/>
            <a:ext cx="1859848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Thế giới căng thẳng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45 năm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11214" y="5238597"/>
            <a:ext cx="1096843" cy="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308057" y="5062997"/>
            <a:ext cx="1859848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Hội nghị Malta 1989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11214" y="5238597"/>
            <a:ext cx="1311473" cy="52680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522687" y="5489087"/>
            <a:ext cx="1430588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Liên Xô tan rã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1991</a:t>
            </a:r>
          </a:p>
        </p:txBody>
      </p:sp>
      <p:sp>
        <p:nvSpPr>
          <p:cNvPr id="37" name="Oval 36"/>
          <p:cNvSpPr/>
          <p:nvPr/>
        </p:nvSpPr>
        <p:spPr>
          <a:xfrm>
            <a:off x="4987411" y="4995210"/>
            <a:ext cx="2447604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Hậu quả–Kết thúc</a:t>
            </a:r>
          </a:p>
        </p:txBody>
      </p:sp>
      <p:sp>
        <p:nvSpPr>
          <p:cNvPr id="38" name="Oval 37"/>
          <p:cNvSpPr/>
          <p:nvPr/>
        </p:nvSpPr>
        <p:spPr>
          <a:xfrm>
            <a:off x="3645479" y="3287245"/>
            <a:ext cx="2429113" cy="1335069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BÀI 2. TRẬT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TỰ CHIẾN TRANH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LẠNH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Nguồn gốc Chiến tranh lạnh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Học thuyết Truman (1947), Kế hoạch Marshall
NATO (1949) ↔ Warsaw (1955)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Nguồn gốc Chiến tranh lạnh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Học thuyết Truman (1947), Kế hoạch Marshall
NATO (1949) ↔ Warsaw (1955)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Hai cực: Mỹ (TBCN) – Liên Xô (XHCN)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Biểu hiện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Chạy đua vũ trang hạt nhân
• Khủng hoảng Cuba (1962)
• Chiến tranh cục bộ Triều Tiên, Việt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Biểu hiện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Chạy đua vũ trang hạt nhân
• Khủng hoảng Cuba (1962)
• Chiến tranh cục bộ Triều Tiên, Việt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Thế giới luôn trong tình trạng căng thẳng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Bài 2. Trật tự Chiến tranh lạnh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https://trangtu66.github.io/Taode_thi_online/su_cc_bai2_k12.html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Bai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Trường THPT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