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 VĨNH THẠNH  |  LỊCH SỬ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2. Trật tự Chiến tranh lạnh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T3-4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Hà Thị Lam Huyền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Vĩnh Thạnh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Giải thích nguyên nhân Chiến tranh lạnh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Phân tích trật tự hai cực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Đánh giá hậu quả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SO DO TU DUY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4008"/>
            <a:ext cx="7342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LỊCH SỬ 12  |  Bài 2. Trật tự Chiến tranh lạnh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08476" y="804672"/>
            <a:ext cx="4572000" cy="640080"/>
          </a:xfrm>
          <a:prstGeom prst="round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Bài 2. Trật tự Chiến tranh lạnh</a:t>
            </a:r>
          </a:p>
        </p:txBody>
      </p:sp>
      <p:cxnSp>
        <p:nvCxnSpPr>
          <p:cNvPr id="6" name="Connector 5"/>
          <p:cNvCxnSpPr/>
          <p:nvPr/>
        </p:nvCxnSpPr>
        <p:spPr>
          <a:xfrm flipH="1">
            <a:off x="1412748.0" y="1124712.0"/>
            <a:ext cx="4681728.0" cy="864108.0"/>
          </a:xfrm>
          <a:prstGeom prst="line">
            <a:avLst/>
          </a:prstGeom>
          <a:ln w="2286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9728" y="1691640"/>
            <a:ext cx="2606040" cy="59436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Nguyên nhân CTL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1412748.0" y="1568196.0"/>
            <a:ext cx="2839212.0" cy="420624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880360" y="1399032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Mỹ–LX từ đồng minh → đối thủ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412748.0" y="1988820.0"/>
            <a:ext cx="2839212.0" cy="0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880360" y="1819656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Học thuyết Truman 1947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412748.0" y="1988820.0"/>
            <a:ext cx="2839212.0" cy="420624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80360" y="2240280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Kế hoạch Marshall 1947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1412748.0" y="1124712.0"/>
            <a:ext cx="4681728.0" cy="3058668.0"/>
          </a:xfrm>
          <a:prstGeom prst="line">
            <a:avLst/>
          </a:prstGeom>
          <a:ln w="2286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09728" y="3886200"/>
            <a:ext cx="2606040" cy="594360"/>
          </a:xfrm>
          <a:prstGeom prst="ellipse">
            <a:avLst/>
          </a:prstGeom>
          <a:solidFill>
            <a:srgbClr val="065F46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Biểu hiện chính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1412748.0" y="3762756.0"/>
            <a:ext cx="2839212.0" cy="420624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880360" y="3593592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NATO (1949) ↔ SEV–Warsaw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412748.0" y="4183380.0"/>
            <a:ext cx="2839212.0" cy="0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880360" y="4014216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Chạy đua vũ trang hạt nhân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412748.0" y="4183380.0"/>
            <a:ext cx="2839212.0" cy="420624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880360" y="4434840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Khủng hoảng Cuba 1962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4476.0" y="1124712.0"/>
            <a:ext cx="4681728.0" cy="864108.0"/>
          </a:xfrm>
          <a:prstGeom prst="line">
            <a:avLst/>
          </a:prstGeom>
          <a:ln w="2286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9473184" y="1691640"/>
            <a:ext cx="2606040" cy="594360"/>
          </a:xfrm>
          <a:prstGeom prst="ellipse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Chiến tranh cục bộ</a:t>
            </a:r>
          </a:p>
        </p:txBody>
      </p:sp>
      <p:cxnSp>
        <p:nvCxnSpPr>
          <p:cNvPr id="24" name="Connector 23"/>
          <p:cNvCxnSpPr/>
          <p:nvPr/>
        </p:nvCxnSpPr>
        <p:spPr>
          <a:xfrm flipH="1" flipV="1">
            <a:off x="7936992.0" y="1568196.0"/>
            <a:ext cx="2839212.0" cy="420624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565392" y="1399032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Triều Tiên 1950-1953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7936992.0" y="1988820.0"/>
            <a:ext cx="2839212.0" cy="0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565392" y="1819656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Việt Nam 1955-1975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7936992.0" y="1988820.0"/>
            <a:ext cx="2839212.0" cy="420624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565392" y="2240280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Trung Đông nhiều cuộc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4476.0" y="1124712.0"/>
            <a:ext cx="4681728.0" cy="3058668.0"/>
          </a:xfrm>
          <a:prstGeom prst="line">
            <a:avLst/>
          </a:prstGeom>
          <a:ln w="2286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9473184" y="3886200"/>
            <a:ext cx="2606040" cy="594360"/>
          </a:xfrm>
          <a:prstGeom prst="ellipse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Hậu quả–Kết thúc</a:t>
            </a:r>
          </a:p>
        </p:txBody>
      </p:sp>
      <p:cxnSp>
        <p:nvCxnSpPr>
          <p:cNvPr id="32" name="Connector 31"/>
          <p:cNvCxnSpPr/>
          <p:nvPr/>
        </p:nvCxnSpPr>
        <p:spPr>
          <a:xfrm flipH="1" flipV="1">
            <a:off x="7936992.0" y="3762756.0"/>
            <a:ext cx="2839212.0" cy="420624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565392" y="3593592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Thế giới căng thẳng 45 năm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36992.0" y="4183380.0"/>
            <a:ext cx="2839212.0" cy="0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565392" y="4014216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Hội nghị Malta 1989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7936992.0" y="4183380.0"/>
            <a:ext cx="2839212.0" cy="420624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6565392" y="4434840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Liên Xô tan rã 1991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Nguồn gốc Chiến tranh lạnh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Học thuyết Truman (1947), Kế hoạch Marshall
NATO (1949) ↔ Warsaw (1955)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Nguồn gốc Chiến tranh lạnh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Học thuyết Truman (1947), Kế hoạch Marshall
NATO (1949) ↔ Warsaw (1955)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Hai cực: Mỹ (TBCN) – Liên Xô (XHCN)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Biểu hiện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• Chạy đua vũ trang hạt nhân
• Khủng hoảng Cuba (1962)
• Chiến tranh cục bộ Triều Tiên, Việt Nam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Biểu hiện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• Chạy đua vũ trang hạt nhân
• Khủng hoảng Cuba (1962)
• Chiến tranh cục bộ Triều Tiên, Việt Nam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Thế giới luôn trong tình trạng căng thẳng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40AF"/>
                </a:solidFill>
                <a:latin typeface="Calibri"/>
              </a:rPr>
              <a:t>Lịch sử 12 – Bài 2. Trật tự Chiến tranh lạnh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103120"/>
            <a:ext cx="6858000" cy="68580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176272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5783A"/>
                </a:solidFill>
                <a:latin typeface="Calibri"/>
              </a:rPr>
              <a:t>🔗  https://trangtu66.github.io/Taode_thi_online/su_cc_bai2_k12.html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92608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6 câu trắc nghiệm + 1 câu đúng/sai
Kết quả ngay lập tức – Xếp hạng lớp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40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40AF"/>
                </a:solidFill>
                <a:latin typeface="Arial"/>
              </a:rPr>
              <a:t>📱  Quét mã QR để làm bài ngay →</a:t>
            </a:r>
          </a:p>
        </p:txBody>
      </p:sp>
      <p:pic>
        <p:nvPicPr>
          <p:cNvPr id="9" name="Picture 8" descr="QR_CungCo_SU12_Bai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114800" cy="4114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THPT Vĩnh Thạnh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