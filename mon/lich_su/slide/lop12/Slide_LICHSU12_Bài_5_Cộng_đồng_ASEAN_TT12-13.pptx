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LỊCH SỬ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5. Cộng đồng ASEAN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T12-13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Hà Thị Lam Huyền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Giải thích ý nghĩa của Cộng đồng ASEAN 2015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3 trụ cột của Cộng đồng ASEAN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vai trò Việt Nam trong ASEAN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Cộng đồng ASEAN (31/12/2015)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Hiến chương ASEAN (2007): tư cách pháp nhân
• 3 trụ cột:
  - APSC: Chính trị – An ninh
  - AEC: Kinh tế (thị trường chung)
  - ASCC: Văn hóa – Xã hội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Cộng đồng ASEAN (31/12/2015)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Hiến chương ASEAN (2007): tư cách pháp nhân
• 3 trụ cột:
  - APSC: Chính trị – An ninh
  - AEC: Kinh tế (thị trường chung)
  - ASCC: Văn hóa – Xã hội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Tầm nhìn 2025: gắn kết, tự cường, vì nhân dân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Đóng góp của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Chủ tịch ASEAN: 1998, 2010, 2020
• Thúc đẩy kết nạp Lào, Campuchia
• Đóng góp xây dựng Hiến chương ASEAN
• ASEAN 2020: 'Gắn kết và Chủ động thích ứng'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Đóng góp của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Chủ tịch ASEAN: 1998, 2010, 2020
• Thúc đẩy kết nạp Lào, Campuchia
• Đóng góp xây dựng Hiến chương ASEAN
• ASEAN 2020: 'Gắn kết và Chủ động thích ứng'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Việt Nam ngày càng đóng vai trò tích cực và có trách nhiệm trong ASEAN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Lịch sử 12 – Bài 5. Cộng đồng ASEAN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https://trangtu66.github.io/Taode_thi_online/su_cc_bai5_k12.html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