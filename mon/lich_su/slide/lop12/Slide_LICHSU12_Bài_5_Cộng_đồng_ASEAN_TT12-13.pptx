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5. Cộng đồng ASEAN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T12-13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thích ý nghĩa Cộng đồng ASEAN 2015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3 trụ cột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Việt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5. Cộng đồng ASEAN</a:t>
            </a:r>
          </a:p>
        </p:txBody>
      </p:sp>
      <p:pic>
        <p:nvPicPr>
          <p:cNvPr id="5" name="Picture 4" descr="_qr_su_cc_bai5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454940" y="2144161"/>
            <a:ext cx="1053917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9239" y="1968560"/>
            <a:ext cx="1945700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31/12/2015 thành lập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626644" y="2570251"/>
            <a:ext cx="882213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7535" y="2394651"/>
            <a:ext cx="2289108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3 trụ cột: APSC–AEC–ASCC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454940" y="2670962"/>
            <a:ext cx="1053917" cy="4260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9239" y="2820741"/>
            <a:ext cx="1945700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Thị trường chung 660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triệu dân</a:t>
            </a:r>
          </a:p>
        </p:txBody>
      </p:sp>
      <p:sp>
        <p:nvSpPr>
          <p:cNvPr id="13" name="Oval 12"/>
          <p:cNvSpPr/>
          <p:nvPr/>
        </p:nvSpPr>
        <p:spPr>
          <a:xfrm>
            <a:off x="2354397" y="2259078"/>
            <a:ext cx="2308920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Cộng đồng ASEAN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2015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043450"/>
            <a:ext cx="1225621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6835" y="1867849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Thị trường chung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211214" y="2570251"/>
            <a:ext cx="1182695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93909" y="2293940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AFTA tự do thương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mại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139769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50983" y="2921452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Di chuyển lao động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tự do</a:t>
            </a:r>
          </a:p>
        </p:txBody>
      </p:sp>
      <p:sp>
        <p:nvSpPr>
          <p:cNvPr id="21" name="Oval 20"/>
          <p:cNvSpPr/>
          <p:nvPr/>
        </p:nvSpPr>
        <p:spPr>
          <a:xfrm>
            <a:off x="5403463" y="2259078"/>
            <a:ext cx="1615500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AEC – Kinh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tế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326162" y="4611085"/>
            <a:ext cx="1182695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8017" y="4334774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Hòa bình, ổn định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khu vực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197384" y="5238597"/>
            <a:ext cx="1311473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6795" y="4962286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ARF – diễn đàn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an ninh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326162" y="5238597"/>
            <a:ext cx="1182695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8017" y="5589798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Không phổ biến vũ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khí</a:t>
            </a:r>
          </a:p>
        </p:txBody>
      </p:sp>
      <p:sp>
        <p:nvSpPr>
          <p:cNvPr id="29" name="Oval 28"/>
          <p:cNvSpPr/>
          <p:nvPr/>
        </p:nvSpPr>
        <p:spPr>
          <a:xfrm>
            <a:off x="2770449" y="4826713"/>
            <a:ext cx="1476816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APSC – An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ninh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812507"/>
            <a:ext cx="1225621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36835" y="4636907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Gắn kết–tự cường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440251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651465" y="5062997"/>
            <a:ext cx="1173032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Vì nhân dân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182695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93909" y="5489087"/>
            <a:ext cx="1688144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VN: Chủ tịch 2020</a:t>
            </a:r>
          </a:p>
        </p:txBody>
      </p:sp>
      <p:sp>
        <p:nvSpPr>
          <p:cNvPr id="37" name="Oval 36"/>
          <p:cNvSpPr/>
          <p:nvPr/>
        </p:nvSpPr>
        <p:spPr>
          <a:xfrm>
            <a:off x="5195437" y="4995210"/>
            <a:ext cx="2031552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Tầm nhìn 2025</a:t>
            </a:r>
          </a:p>
        </p:txBody>
      </p:sp>
      <p:sp>
        <p:nvSpPr>
          <p:cNvPr id="38" name="Oval 37"/>
          <p:cNvSpPr/>
          <p:nvPr/>
        </p:nvSpPr>
        <p:spPr>
          <a:xfrm>
            <a:off x="3881241" y="3484793"/>
            <a:ext cx="195758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5. CỘNG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ĐỒNG ASEAN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Cộng đồng ASEAN (31/12/2015)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Hiến chương ASEAN (2007)
3 trụ cột: APSC (An ninh), AEC (Kinh tế), ASCC (VH–XH)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Cộng đồng ASEAN (31/12/2015)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Hiến chương ASEAN (2007)
3 trụ cột: APSC (An ninh), AEC (Kinh tế), ASCC (VH–XH)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Tầm nhìn 2025: gắn kết, tự cường, vì nhân dân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Đóng góp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Chủ tịch ASEAN: 1998, 2010, 2020
Thúc đẩy kết nạp Lào, Campuchia
Đóng góp Hiến chương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Đóng góp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Chủ tịch ASEAN: 1998, 2010, 2020
Thúc đẩy kết nạp Lào, Campuchia
Đóng góp Hiến chương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Việt Nam đóng vai trò ngày càng tích cực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5. Cộng đồng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https://trangtu66.github.io/Taode_thi_online/su_cc_bai5_k12.html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