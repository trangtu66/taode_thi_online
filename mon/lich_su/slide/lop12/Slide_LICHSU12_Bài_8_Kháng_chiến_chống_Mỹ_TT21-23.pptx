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8. Kháng chiến chống Mỹ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T21-23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chiến lược chiến tranh của Mỹ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thắng lợi quan trọng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30/4/1975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8. Kháng chiến chống Mỹ</a:t>
            </a:r>
          </a:p>
        </p:txBody>
      </p:sp>
      <p:pic>
        <p:nvPicPr>
          <p:cNvPr id="5" name="Picture 4" descr="_qr_su_cc_bai8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197384" y="2244872"/>
            <a:ext cx="1311473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6795" y="1968560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Quân VNCH + cố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vấn Mỹ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54458" y="2670962"/>
            <a:ext cx="1354399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9721" y="2596073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Ấp chiến lược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54458" y="2670962"/>
            <a:ext cx="1354399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721" y="3022163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Thất bại 1965</a:t>
            </a:r>
          </a:p>
        </p:txBody>
      </p:sp>
      <p:sp>
        <p:nvSpPr>
          <p:cNvPr id="13" name="Oval 12"/>
          <p:cNvSpPr/>
          <p:nvPr/>
        </p:nvSpPr>
        <p:spPr>
          <a:xfrm>
            <a:off x="2354397" y="2259078"/>
            <a:ext cx="230892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Chiến tranh đặc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biệt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144161"/>
            <a:ext cx="1182695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93909" y="1867849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Quân Mỹ trực tiếp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(1965)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268547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79761" y="2495362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Tổng TC Tết Mậu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Thân 1968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010991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22205" y="3122874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Bước ngoặt chiến lược</a:t>
            </a:r>
          </a:p>
        </p:txBody>
      </p:sp>
      <p:sp>
        <p:nvSpPr>
          <p:cNvPr id="21" name="Oval 20"/>
          <p:cNvSpPr/>
          <p:nvPr/>
        </p:nvSpPr>
        <p:spPr>
          <a:xfrm>
            <a:off x="5056753" y="2259078"/>
            <a:ext cx="230892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Chiến tranh cục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bộ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326162" y="4812507"/>
            <a:ext cx="1182695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8017" y="4636907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Tây Nguyên 3/1975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540792" y="5238597"/>
            <a:ext cx="968065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3387" y="5062997"/>
            <a:ext cx="211740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Chiến dịch HCM 26-30/4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326162" y="5238597"/>
            <a:ext cx="1182695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8017" y="5489087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30/4 Dinh Độc Lập</a:t>
            </a:r>
          </a:p>
        </p:txBody>
      </p:sp>
      <p:sp>
        <p:nvSpPr>
          <p:cNvPr id="29" name="Oval 28"/>
          <p:cNvSpPr/>
          <p:nvPr/>
        </p:nvSpPr>
        <p:spPr>
          <a:xfrm>
            <a:off x="2493081" y="4826713"/>
            <a:ext cx="2031552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Đại thắng mùa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Xuân 1975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611085"/>
            <a:ext cx="1096843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8057" y="4435485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Thống nhất đất nước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211214" y="5137886"/>
            <a:ext cx="1268547" cy="10071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79761" y="4861575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Kết thúc 30 năm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chiến tranh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225621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36835" y="5489087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Mô hình cho giải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phóng dân tộc</a:t>
            </a:r>
          </a:p>
        </p:txBody>
      </p:sp>
      <p:sp>
        <p:nvSpPr>
          <p:cNvPr id="37" name="Oval 36"/>
          <p:cNvSpPr/>
          <p:nvPr/>
        </p:nvSpPr>
        <p:spPr>
          <a:xfrm>
            <a:off x="5264779" y="4826713"/>
            <a:ext cx="1892868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Ý nghĩa lịch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sử</a:t>
            </a:r>
          </a:p>
        </p:txBody>
      </p:sp>
      <p:sp>
        <p:nvSpPr>
          <p:cNvPr id="38" name="Oval 37"/>
          <p:cNvSpPr/>
          <p:nvPr/>
        </p:nvSpPr>
        <p:spPr>
          <a:xfrm>
            <a:off x="3645479" y="3484793"/>
            <a:ext cx="2429113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8. KHÁNG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CHIẾN CHỐNG MỸ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Chiến lược Mỹ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Chiến tranh đặc biệt (1961-1965)
Chiến tranh cục bộ (1965-1968)
Việt Nam hóa chiến tranh (1969-1973)
Tết Mậu Thân 1968 → bước ngoặt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Chiến lược Mỹ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Chiến tranh đặc biệt (1961-1965)
Chiến tranh cục bộ (1965-1968)
Việt Nam hóa chiến tranh (1969-1973)
Tết Mậu Thân 1968 → bước ngoặt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Hiệp định Paris 27/1/1973: Mỹ rút quân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Đại thắng 1975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Tây Nguyên (3/1975) → Huế–Đà Nẵng → Chiến dịch HCM
11h30 ngày 30/4/1975: Dinh Độc Lập
Ý nghĩa: thống nhất, chấm dứt thực dân kiểu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Đại thắng 1975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Tây Nguyên (3/1975) → Huế–Đà Nẵng → Chiến dịch HCM
11h30 ngày 30/4/1975: Dinh Độc Lập
Ý nghĩa: thống nhất, chấm dứt thực dân kiểu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30 năm chiến đấu giải phóng Tổ quốc hoàn thành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8. Kháng chiến chống Mỹ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https://trangtu66.github.io/Taode_thi_online/su_cc_bai8_k12.html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