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LỊCH SỬ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8. Kháng chiến chống Mỹ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T21-23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Hà Thị Lam Huyền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các chiến lược chiến tranh của Mỹ ở miền Nam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Trình bày các thắng lợi quan trọng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Đánh giá ý nghĩa lịch sử 30/4/1975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Các chiến lược chiến tranh của Mỹ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• Chiến tranh đặc biệt (1961–1965): quân VNCH + cố vấn Mỹ
• Chiến tranh cục bộ (1965–1968): quân Mỹ trực tiếp tham chiến
• Việt Nam hóa chiến tranh (1969–1973): rút quân Mỹ
Tổng tiến công Tết Mậu Thân 1968 → bước ngoặt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Các chiến lược chiến tranh của Mỹ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• Chiến tranh đặc biệt (1961–1965): quân VNCH + cố vấn Mỹ
• Chiến tranh cục bộ (1965–1968): quân Mỹ trực tiếp tham chiến
• Việt Nam hóa chiến tranh (1969–1973): rút quân Mỹ
Tổng tiến công Tết Mậu Thân 1968 → bước ngoặt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Hiệp định Paris 27/1/1973: Mỹ rút quân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Đại thắng mùa Xuân 1975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• Chiến dịch Tây Nguyên (3/1975): mở đầu tổng tấn công
• Chiến dịch Huế–Đà Nẵng
• Chiến dịch Hồ Chí Minh (26–30/4/1975)
• 11h30 ngày 30/4/1975: Dinh Độc Lập
Ý nghĩa: thống nhất đất nước, chấm dứt thực dân kiểu mới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Đại thắng mùa Xuân 1975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• Chiến dịch Tây Nguyên (3/1975): mở đầu tổng tấn công
• Chiến dịch Huế–Đà Nẵng
• Chiến dịch Hồ Chí Minh (26–30/4/1975)
• 11h30 ngày 30/4/1975: Dinh Độc Lập
Ý nghĩa: thống nhất đất nước, chấm dứt thực dân kiểu mới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30 năm chiến đấu bảo vệ và giải phóng Tổ quốc hoàn thành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1E40AF"/>
                </a:solidFill>
                <a:latin typeface="Calibri"/>
              </a:rPr>
              <a:t>Lịch sử 12 – Bài 8. Kháng chiến chống Mỹ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11274552" cy="73152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4028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5783A"/>
                </a:solidFill>
                <a:latin typeface="Calibri"/>
              </a:rPr>
              <a:t>🔗 https://trangtu66.github.io/Taode_thi_online/su_cc_bai8_k12.html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Quét mã QR hoặc truy cập đường link để làm bài củng cố trực tuyến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49039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📱 Làm bài trực tuyến – Kết quả ngay lập tức – Theo dõi tiến độ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