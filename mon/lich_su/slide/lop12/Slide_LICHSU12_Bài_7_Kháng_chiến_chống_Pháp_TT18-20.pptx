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 VĨNH THẠNH  |  LỊCH SỬ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7. Kháng chiến chống Pháp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T18-20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Hà Thị Lam Huyền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Vĩnh Thạnh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Trình bày nguyên nhân bùng nổ kháng chiến toàn quốc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Phân tích các giai đoạn và chiến thắng chính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Đánh giá ý nghĩa chiến thắng Điện Biên Phủ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Đường lối kháng chiến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• Toàn quốc kháng chiến 19/12/1946
• Đường lối: toàn dân, toàn diện, trường kỳ, tự lực cánh sinh
• Chiến thắng Việt Bắc 1947 → phá tan đánh nhanh thắng nhanh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Đường lối kháng chiến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• Toàn quốc kháng chiến 19/12/1946
• Đường lối: toàn dân, toàn diện, trường kỳ, tự lực cánh sinh
• Chiến thắng Việt Bắc 1947 → phá tan đánh nhanh thắng nhanh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Căn cứ địa Việt Bắc là 'đầu não' của cuộc kháng chiến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Chiến thắng quyết định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• Chiến dịch Biên giới 1950: giải phóng biên giới Việt–Trung
• Điện Biên Phủ (13/3–7/5/1954): 'lừng lẫy năm châu, chấn động địa cầu'
• Hiệp định Genève 21/7/1954: Pháp công nhận độc lập 3 nước ĐD; VN chia đôi tạm thời tại vĩ tuyến 17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Chiến thắng quyết định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• Chiến dịch Biên giới 1950: giải phóng biên giới Việt–Trung
• Điện Biên Phủ (13/3–7/5/1954): 'lừng lẫy năm châu, chấn động địa cầu'
• Hiệp định Genève 21/7/1954: Pháp công nhận độc lập 3 nước ĐD; VN chia đôi tạm thời tại vĩ tuyến 17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Bài học: chiến tranh nhân dân, kết hợp quân sự – ngoại giao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1E40AF"/>
                </a:solidFill>
                <a:latin typeface="Calibri"/>
              </a:rPr>
              <a:t>Lịch sử 12 – Bài 7. Kháng chiến chống Pháp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11274552" cy="73152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24028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5783A"/>
                </a:solidFill>
                <a:latin typeface="Calibri"/>
              </a:rPr>
              <a:t>🔗 https://trangtu66.github.io/Taode_thi_online/su_cc_bai7_k12.html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Quét mã QR hoặc truy cập đường link để làm bài củng cố trực tuyến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49039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📱 Làm bài trực tuyến – Kết quả ngay lập tức – Theo dõi tiến độ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THPT Vĩnh Thạnh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