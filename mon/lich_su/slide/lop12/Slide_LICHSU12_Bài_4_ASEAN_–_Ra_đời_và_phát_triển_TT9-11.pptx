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4. ASEAN – Ra đời và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T9-11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hoàn cảnh ra đời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mục tiêu, nguyên tắc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ASEAN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614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Quan hệ Việt Nam–ASEAN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4. ASEAN – Ra đời và phát triển</a:t>
            </a:r>
          </a:p>
        </p:txBody>
      </p:sp>
      <p:pic>
        <p:nvPicPr>
          <p:cNvPr id="5" name="Picture 4" descr="_qr_su_cc_bai4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240310" y="2244872"/>
            <a:ext cx="1268547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23869" y="2069271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5 nước sáng lập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283236" y="2670962"/>
            <a:ext cx="1225621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0943" y="2495362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Tuyên bố Bangkok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283236" y="2670962"/>
            <a:ext cx="1225621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0943" y="2921452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Hợp tác KT–VH–XH</a:t>
            </a:r>
          </a:p>
        </p:txBody>
      </p:sp>
      <p:sp>
        <p:nvSpPr>
          <p:cNvPr id="13" name="Oval 12"/>
          <p:cNvSpPr/>
          <p:nvPr/>
        </p:nvSpPr>
        <p:spPr>
          <a:xfrm>
            <a:off x="2631765" y="2427575"/>
            <a:ext cx="1754184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Ra đời 1967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144161"/>
            <a:ext cx="1440251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51465" y="1968560"/>
            <a:ext cx="117303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Brunei 1984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1214" y="2570251"/>
            <a:ext cx="1354399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65613" y="2394651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Việt Nam 1995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139769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50983" y="2820741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Lào, Myanmar 1997;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Cambodia 1999</a:t>
            </a:r>
          </a:p>
        </p:txBody>
      </p:sp>
      <p:sp>
        <p:nvSpPr>
          <p:cNvPr id="21" name="Oval 20"/>
          <p:cNvSpPr/>
          <p:nvPr/>
        </p:nvSpPr>
        <p:spPr>
          <a:xfrm>
            <a:off x="4987411" y="2427575"/>
            <a:ext cx="2447604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Mở rộng ASEAN-10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12014" y="4711796"/>
            <a:ext cx="1096843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52165" y="4536196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Tôn trọng chủ quyền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412014" y="5238597"/>
            <a:ext cx="1096843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2165" y="4962286"/>
            <a:ext cx="1859848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Không can thiệp nội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bộ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412014" y="5238597"/>
            <a:ext cx="1096843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2165" y="5589798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Giải quyết hòa bình</a:t>
            </a:r>
          </a:p>
        </p:txBody>
      </p:sp>
      <p:sp>
        <p:nvSpPr>
          <p:cNvPr id="29" name="Oval 28"/>
          <p:cNvSpPr/>
          <p:nvPr/>
        </p:nvSpPr>
        <p:spPr>
          <a:xfrm>
            <a:off x="2423739" y="4826713"/>
            <a:ext cx="2170236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Nguyên tắc TAC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1976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711796"/>
            <a:ext cx="1139769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50983" y="4536196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Gia nhập 28/7/1995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053917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265131" y="4962286"/>
            <a:ext cx="1945700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Chủ tịch 1998, 2010,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2020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182695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93909" y="5589798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Đóng góp tích cực</a:t>
            </a:r>
          </a:p>
        </p:txBody>
      </p:sp>
      <p:sp>
        <p:nvSpPr>
          <p:cNvPr id="37" name="Oval 36"/>
          <p:cNvSpPr/>
          <p:nvPr/>
        </p:nvSpPr>
        <p:spPr>
          <a:xfrm>
            <a:off x="5126095" y="4995210"/>
            <a:ext cx="2170236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VN trong ASEAN</a:t>
            </a:r>
          </a:p>
        </p:txBody>
      </p:sp>
      <p:sp>
        <p:nvSpPr>
          <p:cNvPr id="38" name="Oval 37"/>
          <p:cNvSpPr/>
          <p:nvPr/>
        </p:nvSpPr>
        <p:spPr>
          <a:xfrm>
            <a:off x="3724066" y="3287245"/>
            <a:ext cx="2271938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4. ASEAN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– RA ĐỜI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VÀ PHÁT TRIỂN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Ra đời ASEAN (8/8/1967)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5 thành viên sáng lập: Indonesia, Malaysia, Philippines, Singapore, Thái Lan
• Tuyên bố Bangkok: hợp tác KT–VH–XH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Ra đời ASEAN (8/8/1967)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5 thành viên sáng lập: Indonesia, Malaysia, Philippines, Singapore, Thái Lan
• Tuyên bố Bangkok: hợp tác KT–VH–XH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Bối cảnh: CTL + chiến tranh VN + lo ngại CNCS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Mở rộng ASEAN → ASEAN-10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1984: Brunei; 1995: Việt Nam; 1997: Lào, Myanmar; 1999: Campuchia
TAC (1976), AFTA (1992), ARF (1994)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Mở rộng ASEAN → ASEAN-10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1984: Brunei; 1995: Việt Nam; 1997: Lào, Myanmar; 1999: Campuchia
TAC (1976), AFTA (1992), ARF (1994)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Việt Nam gia nhập ASEAN: 28/7/1995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4. ASEAN – Ra đời và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