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11. Thành tựu công cuộc Đổi mới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T30-32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Hà Thị Lam Huyền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thành tựu KT, đối ngoại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vị thế VN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Nhận xét hạn chế và thách thức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SƠ ĐỒ TƯ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Bài 11. Thành tựu công cuộc Đổi mới</a:t>
            </a:r>
          </a:p>
        </p:txBody>
      </p:sp>
      <p:pic>
        <p:nvPicPr>
          <p:cNvPr id="5" name="Picture 4" descr="_qr_su_cc_bai11_k12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497866" y="2144161"/>
            <a:ext cx="1010991" cy="52680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6313" y="1968560"/>
            <a:ext cx="2031552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GDP 6-7%/năm bền vững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2240310" y="2570251"/>
            <a:ext cx="1268547" cy="10071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23869" y="2394651"/>
            <a:ext cx="1516440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Thoát bẫy nghèo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283236" y="2670962"/>
            <a:ext cx="1225621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0943" y="2820741"/>
            <a:ext cx="1602292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Xuất khẩu top 20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TG</a:t>
            </a:r>
          </a:p>
        </p:txBody>
      </p:sp>
      <p:sp>
        <p:nvSpPr>
          <p:cNvPr id="13" name="Oval 12"/>
          <p:cNvSpPr/>
          <p:nvPr/>
        </p:nvSpPr>
        <p:spPr>
          <a:xfrm>
            <a:off x="2423739" y="2259078"/>
            <a:ext cx="2170236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Thành tựu kinh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tế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2043450"/>
            <a:ext cx="1225621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36835" y="1867849"/>
            <a:ext cx="1602292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ASEAN, APEC, WTO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211214" y="2570251"/>
            <a:ext cx="1225621" cy="10071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36835" y="2293940"/>
            <a:ext cx="1602292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HĐBA LHQ 2 nhiệm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kỳ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1139769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50983" y="2921452"/>
            <a:ext cx="1773996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160+ đối tác chiến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lược</a:t>
            </a:r>
          </a:p>
        </p:txBody>
      </p:sp>
      <p:sp>
        <p:nvSpPr>
          <p:cNvPr id="21" name="Oval 20"/>
          <p:cNvSpPr/>
          <p:nvPr/>
        </p:nvSpPr>
        <p:spPr>
          <a:xfrm>
            <a:off x="5195437" y="2259078"/>
            <a:ext cx="2031552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Thành tựu đối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ngoại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154458" y="4611085"/>
            <a:ext cx="1354399" cy="62751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09721" y="4334774"/>
            <a:ext cx="1344736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Top 20 nền KT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thương mại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369088" y="5238597"/>
            <a:ext cx="1139769" cy="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95091" y="4962286"/>
            <a:ext cx="1773996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Đối tác tin cậy–có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trách nhiệm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283236" y="5238597"/>
            <a:ext cx="1225621" cy="62751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0943" y="5589798"/>
            <a:ext cx="1602292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Chủ tịch ASEAN 3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lần</a:t>
            </a:r>
          </a:p>
        </p:txBody>
      </p:sp>
      <p:sp>
        <p:nvSpPr>
          <p:cNvPr id="29" name="Oval 28"/>
          <p:cNvSpPr/>
          <p:nvPr/>
        </p:nvSpPr>
        <p:spPr>
          <a:xfrm>
            <a:off x="2631765" y="4826713"/>
            <a:ext cx="1754184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Vị thế quốc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tế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211214" y="4611085"/>
            <a:ext cx="1139769" cy="62751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50983" y="4435485"/>
            <a:ext cx="1773996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Ô nhiễm môi trường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6211214" y="5137886"/>
            <a:ext cx="1182695" cy="10071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393909" y="4861575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Bất bình đẳng thu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nhập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1214" y="5238597"/>
            <a:ext cx="1096843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08057" y="5489087"/>
            <a:ext cx="1859848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Chuyển đổi số, kinh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tế xanh</a:t>
            </a:r>
          </a:p>
        </p:txBody>
      </p:sp>
      <p:sp>
        <p:nvSpPr>
          <p:cNvPr id="37" name="Oval 36"/>
          <p:cNvSpPr/>
          <p:nvPr/>
        </p:nvSpPr>
        <p:spPr>
          <a:xfrm>
            <a:off x="5126095" y="4826713"/>
            <a:ext cx="2170236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Thách thức còn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lại</a:t>
            </a:r>
          </a:p>
        </p:txBody>
      </p:sp>
      <p:sp>
        <p:nvSpPr>
          <p:cNvPr id="38" name="Oval 37"/>
          <p:cNvSpPr/>
          <p:nvPr/>
        </p:nvSpPr>
        <p:spPr>
          <a:xfrm>
            <a:off x="3724066" y="3287245"/>
            <a:ext cx="2271938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11. THÀNH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TỰU CÔNG CUỘC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ĐỔI MỚI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Thành tựu kinh tế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GDP tăng 6-7%/năm liên tục
Từ thiếu gạo → xuất khẩu gạo top 3 TG
FDI tăng mạnh; điện thoại, điện tử xuất khẩu #1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Thành tựu kinh tế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GDP tăng 6-7%/năm liên tục
Từ thiếu gạo → xuất khẩu gạo top 3 TG
FDI tăng mạnh; điện thoại, điện tử xuất khẩu #1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Từ nhóm nghèo nhất → thu nhập trung bình thấp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Thành tựu đối ngoại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ASEAN (1995), APEC (1998), WTO (2007)
HĐBA: 2008-2009, 2020-2021
Chủ tịch ASEAN: 1998, 2010, 2020
Mục tiêu 2045: nước phát triển thu nhập 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Thành tựu đối ngoại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ASEAN (1995), APEC (1998), WTO (2007)
HĐBA: 2008-2009, 2020-2021
Chủ tịch ASEAN: 1998, 2010, 2020
Mục tiêu 2045: nước phát triển thu nhập 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Thách thức: ô nhiễm, bất bình đẳng, tham nhũng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Bài 11. Thành tựu công cuộc Đổi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https://trangtu66.github.io/Taode_thi_online/su_cc_bai11_k12.html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Bai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