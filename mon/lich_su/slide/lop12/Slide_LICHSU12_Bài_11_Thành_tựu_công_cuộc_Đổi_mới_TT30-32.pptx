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11. Thành tựu công cuộc Đổi mới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T30-32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thành tựu KT, đối ngoại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vị thế VN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Nhận xét hạn chế và thách thức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11. Thành tựu công cuộc Đổi mới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11. Thành tựu công cuộc Đổi mới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Thành tựu kinh tế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GDP 6-7%/năm bền vững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Thoát bẫy nghèo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Xuất khẩu top 20 TG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Thành tựu đối ngoại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ASEAN, APEC, WTO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HĐBA LHQ 2 nhiệm kỳ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160+ đối tác chiến lược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Vị thế quốc tế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Top 20 nền KT thương mại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Đối tác tin cậy–có trách nhiệm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Chủ tịch ASEAN 3 lần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Thách thức còn lại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Ô nhiễm môi trường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Bất bình đẳng thu nhập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Chuyển đổi số, kinh tế xanh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Thành tựu kinh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GDP tăng 6-7%/năm liên tục
Từ thiếu gạo → xuất khẩu gạo top 3 TG
FDI tăng mạnh; điện thoại, điện tử xuất khẩu #1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Thành tựu kinh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GDP tăng 6-7%/năm liên tục
Từ thiếu gạo → xuất khẩu gạo top 3 TG
FDI tăng mạnh; điện thoại, điện tử xuất khẩu #1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Từ nhóm nghèo nhất → thu nhập trung bình thấp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Thành tựu đối ngoại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ASEAN (1995), APEC (1998), WTO (2007)
HĐBA: 2008-2009, 2020-2021
Chủ tịch ASEAN: 1998, 2010, 2020
Mục tiêu 2045: nước phát triển thu nhập cao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Thành tựu đối ngoại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ASEAN (1995), APEC (1998), WTO (2007)
HĐBA: 2008-2009, 2020-2021
Chủ tịch ASEAN: 1998, 2010, 2020
Mục tiêu 2045: nước phát triển thu nhập cao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Thách thức: ô nhiễm, bất bình đẳng, tham nhũng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11. Thành tựu công cuộc Đổi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https://trangtu66.github.io/Taode_thi_online/su_cc_bai11_k12.html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