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9" r:id="rId30"/>
    <p:sldId id="261" r:id="rId12"/>
    <p:sldId id="262" r:id="rId13"/>
    <p:sldId id="263" r:id="rId14"/>
    <p:sldId id="278" r:id="rId29"/>
    <p:sldId id="264" r:id="rId15"/>
    <p:sldId id="277" r:id="rId28"/>
    <p:sldId id="265" r:id="rId16"/>
    <p:sldId id="276" r:id="rId27"/>
    <p:sldId id="266" r:id="rId17"/>
    <p:sldId id="275" r:id="rId26"/>
    <p:sldId id="267" r:id="rId18"/>
    <p:sldId id="268" r:id="rId19"/>
    <p:sldId id="274" r:id="rId25"/>
    <p:sldId id="269" r:id="rId20"/>
    <p:sldId id="273" r:id="rId24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0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1.xml"/><Relationship Id="rId25" Type="http://schemas.openxmlformats.org/officeDocument/2006/relationships/slide" Target="slides/slide19.xml"/><Relationship Id="rId26" Type="http://schemas.openxmlformats.org/officeDocument/2006/relationships/slide" Target="slides/slide16.xml"/><Relationship Id="rId27" Type="http://schemas.openxmlformats.org/officeDocument/2006/relationships/slide" Target="slides/slide14.xml"/><Relationship Id="rId28" Type="http://schemas.openxmlformats.org/officeDocument/2006/relationships/slide" Target="slides/slide12.xml"/><Relationship Id="rId29" Type="http://schemas.openxmlformats.org/officeDocument/2006/relationships/slide" Target="slides/slide10.xml"/><Relationship Id="rId30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trangtu66.github.io/Taode_thi_online/cc_bai3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3. BẤT PHƯƠNG TRÌNH BẬC NHẤT HAI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II. Bất phương trình và hệ bất phương trình bậc nhất hai ẩn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10 – 11 theo PPCT (T10, T11)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BPT bậc nhất hai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cặp số là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trên mặt phẳng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Phân biệt kể bờ, không kể bờ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 đơn giản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hình vẽ bằng GeoGebra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RẠP CHIẾU PHIM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1: 50 000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2: 100 000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lỗ: thu tối thiểu 20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Bán thế nào thì rạp bù lỗ?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61614"/>
            <a:ext cx="4389120" cy="2912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BẤT PHƯƠNG TRÌNH BẬC NHẤT HAI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x vé loại 1, y vé loại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lỗ: 50x + 100y ≥ 20 000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Bù lỗ: 50x + 100y &lt; 20 000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ax + by ≤ c   (≥, &lt;, &gt;)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a, b không đồng thời bằng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NGHIỆM CỦA BẤT PHƯƠNG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x + 2y &gt;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(3; 4) có là nghiệm không?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(0; −1) có là nghiệm không?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NGHIỆM CỦA BẤT PHƯƠNG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Ví dụ 2: x + 2y &gt;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(3; 4): 3 + 8 = 11 &gt; 5  →  là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(0; −1): −2 &lt; 5  →  không là nghiệm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;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là nghiệm nếu ax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+ by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≤ c đúng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Luôn có vô số nghiệm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ĐƯỜNG THẲNG CHIA ĐÔI MẶT PHẲNG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d: 2x − y = 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O, A, B:  2x − y &lt; 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C, D:  2x − y &gt;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Cùng nửa mặt phẳng ⇒ cùng dấu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01545"/>
            <a:ext cx="4389120" cy="4432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CÁC BƯỚC BIỂU DIỄN MIỀN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Vẽ đường thẳng d: ax + by =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Lấy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không thuộc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Tính ax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+ by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, so sánh với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Thỏa mãn: giữ nửa chứa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 ≠ 0: chọn M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là gốc O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 = 0: chọn (1; 0) hoặc (0; 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diễn miền nghiệm: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 + y ≥ 100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Chọn điểm thử nào?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Biểu diễn miền nghiệm: x + y ≥ 100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d: x + y = 100,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Thử O(0; 0): 0 ≥ 100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Gạch bỏ nửa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nghiệm: nửa không chứa O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31158"/>
            <a:ext cx="4389120" cy="437292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diễn miền nghiệm: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5x − 7y ≤ 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O có nằm trên d không?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Biểu diễn miền nghiệm: 5x − 7y ≤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0 nên O nằm trên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thử O; chọn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(0;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5·0 − 7·1 = −7 &lt; 0: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nghiệm: nửa chứa M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19003"/>
            <a:ext cx="4389120" cy="39972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Ý: KỂ BỜ, KHÔNG KỂ BỜ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2: biểu diễn miền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2x + y &lt; 200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Bờ d: nét liền hay nét đứt?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Ý: KỂ BỜ, KHÔNG KỂ BỜ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Luyện tập 2: 2x + y &lt; 200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qua (100; 0) và (0; 200)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O: 0 &lt; 200 → giữ nửa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&lt;, &gt; : bỏ bờ, vẽ nét đứt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≤, ≥ : kể bờ, vẽ nét liền</a:t>
            </a:r>
          </a:p>
        </p:txBody>
      </p:sp>
      <p:pic>
        <p:nvPicPr>
          <p:cNvPr id="9" name="Picture 8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41241"/>
            <a:ext cx="4389120" cy="37527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1: 50 000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2: 100 000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Bù lỗ khi thu dưới 20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thế nào thì rạp bù lỗ?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Lập BPT, vẽ miền nghiệm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50x + 100y &lt; 20 000 ⇔ x + 2y &lt; 400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Trên đoạn AB: hòa vốn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(150; 150): có lãi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Trong tam giác, bỏ AB: bù lỗ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72868"/>
            <a:ext cx="4389120" cy="28895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KIỂM CHỨNG BẰNG GEOGEBRA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Nhập trực tiếp: x + y &gt;= 100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GeoGebra tô màu miền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SGK gạch bỏ phần không là nghiệm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Vẽ tay trước, kiểm chứng sau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Hỏi AI: miền nghiệm x − 3y &gt; −3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Đối chiếu với hình vẽ tay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câu trả lời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Kết luận ngược chiều bất đẳng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điểm thử nằm trên bờ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phân biệt kể bờ, không kể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Hỏi AI: x − 3y &gt; −3, rồi kiểm chứng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CƯỚC ĐIỆN THOẠI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Nội mạng 1 nghìn, ngoại mạng 2 nghìn/phút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tiền dưới 200 nghìn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Lập bất phương trình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Biểu diễn miền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Gọi 100 phút nội, 40 phút ngoại?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CƯỚC ĐIỆN THOẠI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Nội mạng 1 nghìn, ngoại mạng 2 nghìn/phút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tiền dưới 200 nghìn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M(100; 40) → 180 nghìn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 + 2y &lt; 200,  x ≥ 0,  y ≥ 0</a:t>
            </a:r>
          </a:p>
        </p:txBody>
      </p:sp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41241"/>
            <a:ext cx="4389120" cy="37527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VỀ NHÀ: CHI TIÊU TRONG NGÂN SÁCH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tình huống ở gia đình,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mua phân bón cà phê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giá thực tế, ghi nguồn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BPT, vẽ miền nghiệm GeoGebra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xuất 3 phương án mua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 kèm Nhật ký 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23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3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trangtu66.github.io/Taode_thi_online/cc_bai3_t10.html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