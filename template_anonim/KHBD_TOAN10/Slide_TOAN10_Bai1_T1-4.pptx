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80" r:id="rId31"/>
    <p:sldId id="261" r:id="rId12"/>
    <p:sldId id="262" r:id="rId13"/>
    <p:sldId id="263" r:id="rId14"/>
    <p:sldId id="279" r:id="rId30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8" r:id="rId29"/>
    <p:sldId id="271" r:id="rId22"/>
    <p:sldId id="277" r:id="rId28"/>
    <p:sldId id="272" r:id="rId23"/>
    <p:sldId id="276" r:id="rId27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9.xml"/><Relationship Id="rId23" Type="http://schemas.openxmlformats.org/officeDocument/2006/relationships/slide" Target="slides/slide21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2.xml"/><Relationship Id="rId28" Type="http://schemas.openxmlformats.org/officeDocument/2006/relationships/slide" Target="slides/slide20.xml"/><Relationship Id="rId29" Type="http://schemas.openxmlformats.org/officeDocument/2006/relationships/slide" Target="slides/slide18.xml"/><Relationship Id="rId30" Type="http://schemas.openxmlformats.org/officeDocument/2006/relationships/slide" Target="slides/slide10.xml"/><Relationship Id="rId31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https://trangtu66.github.io/Taode_thi_online/cc_bai1_t10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1. MỆNH ĐỀ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Chương I. Mệnh đề và tập hợp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5661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10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1 – 4 theo PPCT (T1, T2, T3, T4)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TTT – Trường Trường THPT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Nhận biết mệnh đề, xét đúng sai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Phân biệt mệnh đề chứa biến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Lập mệnh đề phủ định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Mệnh đề kéo theo, đảo, tương đương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Phát biểu điều kiện cần, đủ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Dùng kí hiệu ∀, ∃ đúng cách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CÓ BAO NHIÊU CON VẬT?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Câu hỏi: có bao nhiêu con vật?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An: “Có 5 con vật”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Khoa: “Có 6 con vật”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Ai đúng? Câu hỏi có đúng/sai?</a:t>
            </a:r>
          </a:p>
        </p:txBody>
      </p:sp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2665" y="4169664"/>
            <a:ext cx="6916189" cy="20482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MỆNH ĐỀ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Khẳng định có tính đúng hoặc sai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Câu hỏi không là mệnh đề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Kí hiệu mệnh đề: P, Q, R, 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Mỗi mệnh đề: hoặc đúng, hoặc sai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Không thể vừa đúng vừa sai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1: CÂU NÀO LÀ MỆNH ĐỀ?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401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Câu nào là mệnh đề? Đúng hay sai?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a) 3x² − 5x + 2 = 0 có nghiệm nguyên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b) 5 &lt; 7 − 3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c) Có mấy dấu hiệu đồng dạng?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d) Đấy là cách xử lí khôn ngoan!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Câu hỏi, câu cảm có đúng/sai?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1: CÂU NÀO LÀ MỆNH ĐỀ?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a) 3x² − 5x + 2 = 0 có nghiệm nguyên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b) 5 &lt; 7 − 3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c) Có mấy dấu hiệu đồng dạng?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d) Đấy là cách xử lí khôn ngoan!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Mệnh đề: a (đúng, x = 1), b (sai)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c, d không là mệnh đề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MỆNH ĐỀ CHỨA BIẾN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“n chia hết cho 2” (n ∈ ℕ)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Chưa xét được đúng hay sai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 = 5: mệnh đề sai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 = 10: mệnh đề đúng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Gọi là mệnh đề chứa biến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MỆNH ĐỀ PHỦ ĐỊNH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Thêm/bớt “không” hoặc “không phải”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Kí hiệu phủ định của P: </a:t>
                </a:r>
                <a14:m xmlns:m="http://schemas.openxmlformats.org/officeDocument/2006/math">
                  <m:oMath>
                    <m:bar>
                      <m:barPr>
                        <m:pos m:val="top"/>
                      </m:barPr>
                      <m:e>
                        <m:r>
                          <a:rPr lang="vi-VN" sz="2400" b="0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ba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Thêm/bớt “không” hoặc “không phải”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Kí hiệu phủ định của P: </a:t>
                </a:r>
                <a:r>
                  <a:rPr lang="vi-VN"/>
                  <a:t>P̅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779776"/>
            <a:ext cx="6400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6035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P đúng thì </a:t>
                </a:r>
                <a14:m xmlns:m="http://schemas.openxmlformats.org/officeDocument/2006/math">
                  <m:oMath>
                    <m:bar>
                      <m:barPr>
                        <m:pos m:val="top"/>
                      </m:barPr>
                      <m:e>
                        <m:r>
                          <a:rPr lang="vi-VN" sz="2400" b="1" i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ba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sai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P sai thì </a:t>
                </a:r>
                <a14:m xmlns:m="http://schemas.openxmlformats.org/officeDocument/2006/math">
                  <m:oMath>
                    <m:bar>
                      <m:barPr>
                        <m:pos m:val="top"/>
                      </m:barPr>
                      <m:e>
                        <m:r>
                          <a:rPr lang="vi-VN" sz="2400" b="1" i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ba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đúng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6035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P đúng thì </a:t>
                </a:r>
                <a:r>
                  <a:rPr lang="vi-VN"/>
                  <a:t>P̅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sai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P sai thì </a:t>
                </a:r>
                <a:r>
                  <a:rPr lang="vi-VN"/>
                  <a:t>P̅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đúng</a:t>
                </a:r>
              </a:p>
            </p:txBody>
          </p:sp>
        </mc:Fallback>
      </mc:AlternateContent>
      <p:pic>
        <p:nvPicPr>
          <p:cNvPr id="9" name="Picture 8" descr="rId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598420"/>
            <a:ext cx="438912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TẬP: MỆNH ĐỀ PHỦ ĐỊNH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Lập mệnh đề phủ định, xét đúng sai: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P: “2022 chia hết cho 5”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Q: “2x + 1 &gt; 0 có nghiệm”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Thêm hoặc bớt từ “không”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TẬP: MỆNH ĐỀ PHỦ ĐỊNH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677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P: “2022 chia hết cho 5”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 xmlns:m="http://schemas.openxmlformats.org/officeDocument/2006/math">
                  <m:oMath>
                    <m:bar>
                      <m:barPr>
                        <m:pos m:val="top"/>
                      </m:barPr>
                      <m:e>
                        <m:r>
                          <a:rPr lang="vi-VN" sz="2400" b="0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ba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“2022 không chia hết cho 5”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Q: “2x + 1 &gt; 0 có nghiệm”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 xmlns:m="http://schemas.openxmlformats.org/officeDocument/2006/math">
                  <m:oMath>
                    <m:bar>
                      <m:barPr>
                        <m:pos m:val="top"/>
                      </m:barPr>
                      <m:e>
                        <m:r>
                          <a:rPr lang="vi-VN" sz="2400" b="0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</m:ba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“2x + 1 &gt; 0 vô nghiệm”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677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P: “2022 chia hết cho 5”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P̅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“2022 không chia hết cho 5”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Q: “2x + 1 &gt; 0 có nghiệm”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Q̅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“2x + 1 &gt; 0 vô nghiệm”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913632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913632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14:m xmlns:m="http://schemas.openxmlformats.org/officeDocument/2006/math">
                  <m:oMath>
                    <m:bar>
                      <m:barPr>
                        <m:pos m:val="top"/>
                      </m:barPr>
                      <m:e>
                        <m:r>
                          <a:rPr lang="vi-VN" sz="2400" b="1" i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ba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đúng; </a:t>
                </a:r>
                <a14:m xmlns:m="http://schemas.openxmlformats.org/officeDocument/2006/math">
                  <m:oMath>
                    <m:bar>
                      <m:barPr>
                        <m:pos m:val="top"/>
                      </m:barPr>
                      <m:e>
                        <m:r>
                          <a:rPr lang="vi-VN" sz="2400" b="1" i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</m:ba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sai (vì x = 0)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913632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lang="vi-VN"/>
                  <a:t>P̅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đúng; </a:t>
                </a:r>
                <a:r>
                  <a:rPr lang="vi-VN"/>
                  <a:t>Q̅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sai (vì x = 0)</a:t>
                </a:r>
              </a:p>
            </p:txBody>
          </p:sp>
        </mc:Fallback>
      </mc:AlternateContent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3. MỆNH ĐỀ KÉO THEO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“Nếu P thì Q”: P ⇒ Q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P: tam giác ABC vuông tại A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Q: AB² + AC² = BC²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P ⇒ Q chỉ sai khi: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P đúng và Q sai</a:t>
            </a:r>
          </a:p>
        </p:txBody>
      </p:sp>
      <p:pic>
        <p:nvPicPr>
          <p:cNvPr id="9" name="Picture 8" descr="rId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199916"/>
            <a:ext cx="4389120" cy="323540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ĐỊNH LÍ – ĐIỀU KIỆN CẦN, ĐỦ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Định lí thường có dạng P ⇒ Q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P: giả thiết;  Q: kết luận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dụ: tổng hai góc đối 180°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⇒ ABCD nội tiếp đường tròn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6400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6035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P là điều kiện đủ để có Q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Q là điều kiện cần để có P</a:t>
            </a:r>
          </a:p>
        </p:txBody>
      </p:sp>
      <p:pic>
        <p:nvPicPr>
          <p:cNvPr id="9" name="Picture 8" descr="rId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866900"/>
            <a:ext cx="4389120" cy="39014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4. MỆNH ĐỀ ĐẢO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Đảo của P ⇒ Q:  Q ⇒ 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Tam giác đều ⇒ tam giác cân: đúng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Tam giác cân ⇒ tam giác đều: sai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Phản ví dụ: cân, góc đỉnh 40°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Đảo của mệnh đề đúng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chưa chắc là mệnh đề đúng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5. MỆNH ĐỀ TƯƠNG ĐƯƠNG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P ⇔ Q đọc: P tương đương Q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 là điều kiện cần và đủ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 khi và chỉ khi Q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 ⋮ 5 ⇔ tận cùng là 0,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P ⇔ Q đúng khi P ⇒ Q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và Q ⇒ P đều đúng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6. KÍ HIỆU ∀ VÀ 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∀: “với mọi”;   ∃: “tồn tại”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P: ∀x ∈ ℝ, x² ≥ 0  –  đúng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Q: ∃x ∈ ℚ, x² = 2  –  sai</a:t>
            </a:r>
          </a:p>
        </p:txBody>
      </p:sp>
      <p:pic>
        <p:nvPicPr>
          <p:cNvPr id="7" name="Picture 6" descr="rId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538303"/>
            <a:ext cx="10698480" cy="248801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PHỦ ĐỊNH MỆNH ĐỀ CHỨA ∀, 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“mọi” ↔ “có ít nhất một”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dụ: ∃x ∈ ℝ, x² + 1 = 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Phủ định: ∀x ∈ ℝ, x² + 1 ≠ 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Phủ định của ∀x ∈ X, P(x) là ∃x ∈ X, </a:t>
                </a:r>
                <a14:m xmlns:m="http://schemas.openxmlformats.org/officeDocument/2006/math">
                  <m:oMath>
                    <m:bar>
                      <m:barPr>
                        <m:pos m:val="top"/>
                      </m:barPr>
                      <m:e>
                        <m:r>
                          <a:rPr lang="vi-VN" sz="2400" b="1" i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P(x)</m:t>
                        </m:r>
                      </m:e>
                    </m:ba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Phủ định của ∃x ∈ X, P(x) là ∀x ∈ X, </a:t>
                </a:r>
                <a14:m xmlns:m="http://schemas.openxmlformats.org/officeDocument/2006/math">
                  <m:oMath>
                    <m:bar>
                      <m:barPr>
                        <m:pos m:val="top"/>
                      </m:barPr>
                      <m:e>
                        <m:r>
                          <a:rPr lang="vi-VN" sz="2400" b="1" i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P(x)</m:t>
                        </m:r>
                      </m:e>
                    </m:ba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Phủ định của ∀x ∈ X, P(x) là ∃x ∈ X, </a:t>
                </a:r>
                <a:r>
                  <a:rPr lang="vi-VN"/>
                  <a:t>P(x)̅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Phủ định của ∃x ∈ X, P(x) là ∀x ∈ X, </a:t>
                </a:r>
                <a:r>
                  <a:rPr lang="vi-VN"/>
                  <a:t>P(x)̅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1.1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Câu nào là mệnh đề?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a) Trung Quốc đông dân nhất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b) Bạn học trường nào?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c) Không được làm việc riêng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d) Tôi sẽ sút trúng xà ngang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1.1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Câu nào là mệnh đề?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a) Trung Quốc đông dân nhất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b) Bạn học trường nào?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c) Không được làm việc riêng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d) Tôi sẽ sút trúng xà ngang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480560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Chỉ câu a) là mệnh đề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1.2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19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10896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Xét tính đúng sai: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π&gt;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3x + 7 = 0 có nghiệm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c) Có số a mà a + a = 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d) 2022 là hợp số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10896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Xét tính đúng sai: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\pi&gt;\frac{10}{3}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3x + 7 = 0 có nghiệm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c) Có số a mà a + a = 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d) 2022 là hợp số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1.2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Xét tính đúng sai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a) π &gt; 10/3  →  Sai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b) 3x + 7 = 0 có nghiệm  →  Đúng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c) ∃ số a: a + a = 0  →  Đúng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d) 2022 là hợp số  →  Đúng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480560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π ≈ 3,14 &lt; 3,33 ≈ 10/3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Chatbot AI trả lời câu hỏi về mệnh đề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Nhóm đọc Phiếu Trạm kiểm chứng AI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Tìm bước sai, giải thích, sửa lại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Tìm lỗi trong câu trả lời 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Phủ định “mọi” thành “mọi … không”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Thuận đúng ⇒ đảo cũng đúng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Đổi chỗ điều kiện cần, đủ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Kiểm chứng bằng lập luận toán học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VỀ NHÀ: THÁM TỬ MỆNH ĐỀ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401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Sưu tầm 3 phát biểu trên mạng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Có dạng “nếu … thì”, “mọi”, “có”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Viết lại bằng ⇒, ∀, ∃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Lập phủ định, kết luận đúng/sai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Làm poster hoặc 3–5 slide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Nộp Padlet kèm Nhật ký AI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24</a:t>
            </a:r>
          </a:p>
        </p:txBody>
      </p:sp>
      <p:pic>
        <p:nvPicPr>
          <p:cNvPr id="6" name="Picture 5" descr="rId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400" y="1417320"/>
            <a:ext cx="725672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25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Bai1_Toan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trangtu66.github.io/Taode_thi_online/cc_bai1_t10.html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