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5. NHIỆT NÓNG CHẢY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5  ·  Tiết 9, 10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nóng chảy riêng λ [J/kg]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λm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thích vì sao nhiệt độ không đổi trong quá trình nóng chảy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tính Q nóng chảy; cân bằng nhiệt có pha chuyển thể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Vận dụng công thức; tra bảng λ; liên hệ đúc kim loại, địa phương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9  –  KHÁI NIỆM &amp;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Nhiệt nóng chảy riêng λ; phương trình Q = λm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 tư duy: đun nóng 1 kg nước đá từ 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Nhiệt độ tăng từ 0°C… đến khi đá bắt đầu tan: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Nhiệt độ 'dừng' tại 0°C dù vẫn đun!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Khi đá tan hết: nhiệt độ tiếp tục tăng.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Nhiệt năng đang đi đâu khi nhiệt độ không tăng?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xem đồ thị Hình 1.7 bài 1 – giai đoạn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nóng chảy riêng λ (SGK tr.23–24)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nóng chảy riêng λ: nhiệt lượng để 1 kg chất rắn nóng chảy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nhiệt độ nóng chảy xác định (không thay đổi nhiệt độ)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J/kg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λ (tra bảng SGK tr.24):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 đá: λ = 334 000 J/kg ≈ 334 kJ/kg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Sắt:   λ = 270 000 J/kg  |  Nhôm: λ = 398 000 J/kg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nóng chảy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cần để m kg chất nóng chảy hoàn toàn: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λ ·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λ [J/kg]: nhiệt nóng chảy riêng (tra bảng)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chất cần nóng chảy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[J]: nhiệt lượng cần cung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Khi đông đặc: chất TỎA ra nhiệt lượng Q = λm (dấu ngược lại)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10  –  BÀI TẬP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Tính Q nóng chảy; cân bằng nhiệt có chuyển thể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 nóng chảy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Cần bao nhiêu nhiệt lượng để làm tan chảy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500 g nước đá đang ở 0°C?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λ_đá = 334 000 J/kg.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Đá đang ở 0°C = đúng nhiệt độ nóng chảy → chỉ cần Q = λm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nóng chảy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500 g = 0,5 kg;  λ = 334 000 J/kg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λ·m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334 000 × 0,5 = 167 000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167 000 J = 167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167 kJ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có chuyển thể (thực tiễn)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Làm lạnh 200 g nước ở 30°C bằng 50 g đá ở 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độ cuối cùng của hỗn hợp.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J/(kg·K);  λ_đá = 334 000 J/kg.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(Kiểm tra xem đá có tan hết không!)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Bước 1: Tính Q_đá_tan_hết; Bước 2: So với Q_nước_toả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có chuyển thể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 đá tan hết: Q₁ = λ·m_đá = 334000 × 0,05 = 16 700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 nước toả nếu về 0°C: Q₂ = 0,2 × 4200 × 30 = 25 200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Q₂ &gt; Q₁ → đá tan hết, nước giảm nhiệt độ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Sau khi đá tan: Q_còn = 25 200 − 16 700 = 8 500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(m_đá + m_nước) = 0,25 kg;  Δt = 8500/(0,25×4200) = 8,1°C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t_cb = 30 − 8,1 − (16700/(0,2×4200)) ≈ 11,9°C  (≈ 12°C)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t_cb ≈ 12°C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5. NHIỆT NÓNG CHẢY RIÊNG</a:t>
            </a:r>
          </a:p>
        </p:txBody>
      </p:sp>
      <p:pic>
        <p:nvPicPr>
          <p:cNvPr id="3" name="Picture 2" descr="SoDoTuDuy_VATLY12_Bai5_NhietNongChayRieng_T9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5. Nhiệt nóng chảy riêng</a:t>
            </a:r>
          </a:p>
        </p:txBody>
      </p:sp>
      <p:pic>
        <p:nvPicPr>
          <p:cNvPr id="4" name="Picture 3" descr="QR_ly_cc_bai5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https://trangtu66.github.io/Taode_thi_online/ly_cc_bai5_k12.html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