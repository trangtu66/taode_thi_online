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6. NHIỆT HOÁ HƠI RIÊNG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6  ·  Tiết 11, 12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nhiệt hoá hơi riêng L [J/kg]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Viết và giải thích phương trình Q = Lm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Phân biệt bay hơi và sôi; giải thích bằng mô hình phân tử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Giải bài tập Q hoá hơi; cân bằng nhiệt có hoá hơi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Vận dụng công thức; liên hệ tưới tiêu, điều hòa khí hậu Tây Nguyên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11  –  KHÁI NIỆM &amp;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Nhiệt hoá hơi riêng L; phương trình Q = 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Vào mùa khô Tây Nguyên, hồ Vĩnh Sơn mất nước rất nhanh.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Bay hơi nước xảy ra liên tục từ mặt hồ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Quá trình bay hơi cần năng lượng không?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Đại lượng nào đặc trưng cho 'khả năng bay hơi' của mỗi chất lỏng?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Tại sao nước (100°C, 1 atm) cần nhiều nhiệt hơn chỉ để đun sôi?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bay hơi = phân tử thoát ra mặt thoáng → phá liên kết → cần NL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Nhiệt hoá hơi riêng L (SGK tr.26–27)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hoá hơi riêng L: nhiệt lượng để 1 kg chất lỏng hoá hơi hoàn toàn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ở nhiệt độ sôi xác định (nhiệt độ không đổi)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vị: J/kg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Một số giá trị L: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Nước (100°C): L = 2 260 000 J/kg ≈ 2 260 kJ/kg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Rượu ethanol: L ≈ 855 000 J/kg  |  Freon (gas lạnh): L ≈ 158 000 J/kg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Phương trình nhiệt hoá hơi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Nhiệt lượng cần để m kg chất lỏng hoá hơi hoàn toàn: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Q  =  L ·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L [J/kg]: nhiệt hoá hơi riêng (tra bảng)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 [kg]: khối lượng chất cần hoá hơi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[J]: nhiệt lượng cần cung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Ngưng tụ: chất TỎA ra Q = Lm. L của nước rất lớn → nước là chất tải nhiệt hiệu quả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Bay hơi vs Sôi – Phân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Bay hơi: xảy ra ở mặt thoáng, mọi nhiệt độ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Tốc độ bay hơi tăng khi: T cao, gió nhiều, diện tích mặt thoáng lớn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→ Ứng dụng: phơi đồ, làm muối, tưới tiêu hợp lý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Sôi: xảy ra đồng thời ở mặt thoáng VÀ bên trong chất lỏng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Nhiệt độ sôi không đổi (ở áp suất xác định) → dùng để hiệu chuẩn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Cả hai quá trình đều cần nhiệt lượng Q = 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12  –  BÀI TẬP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Tính Q hoá hơi; bài toán thực tiễn Tây Nguyên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Tính nhiệt lượng hoá hơi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Đun sôi 300 g nước ở 100°C cho đến khi bay hơi hết.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Tính nhiệt lượng cần để hoá hơi hoàn toàn lượng nước đó.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Cho L = 2 260 000 J/kg.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Nước đã ở 100°C (sôi) → chỉ cần Q = 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Tính nhiệt lượng hoá hơi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m = 300 g = 0,3 kg;  L = 2 260 000 J/kg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Q = L·m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2 260 000 × 0,3 = 678 000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         Q = 678 000 J = 678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 = 678 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Tổng quá trình: đun nước đá thành hơi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Cần bao nhiêu nhiệt lượng để chuyển 0,1 kg nước đá từ 0°C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thành hơi nước ở 100°C?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c_nước = 4200 J/(kg·K); λ = 334 000 J/kg; L = 2 260 000 J/kg.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Xác định 3 giai đoạn: (1) tan chảy (2) đun nóng (3) hoá hơi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Ba giai đoạn: Q₁ = λm; Q₂ = mcΔt; Q₃ = Lm → Q_tổng = Q₁ + Q₂ + Q₃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Tổng quá trình: đun nước đá thành hơi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m = 0,1 kg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Q₁ (tan chảy 0°C): Q₁ = 334000 × 0,1 = 33 400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Q₂ (đun 0°C → 100°C): Q₂ = 0,1 × 4200 × 100 = 42 000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Q₃ (hoá hơi 100°C): Q₃ = 2260000 × 0,1 = 226 000 J</a:t>
            </a:r>
          </a:p>
          <a:p>
            <a:pPr algn="l">
              <a:spcBef>
                <a:spcPts val="4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Q_tổng = 33 400 + 42 000 + 226 000 = 301 400 J ≈ 301 kJ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Q_tổng ≈ 301 kJ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6. NHIỆT HOÁ HƠI RIÊNG</a:t>
            </a:r>
          </a:p>
        </p:txBody>
      </p:sp>
      <p:pic>
        <p:nvPicPr>
          <p:cNvPr id="3" name="Picture 2" descr="SoDoTuDuy_VATLY12_Bai6_NhietHoaHoiRieng_T1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6. Nhiệt hoá hơi riêng</a:t>
            </a:r>
          </a:p>
        </p:txBody>
      </p:sp>
      <p:pic>
        <p:nvPicPr>
          <p:cNvPr id="4" name="Picture 3" descr="QR_ly_cc_bai6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https://trangtu66.github.io/Taode_thi_online/ly_cc_bai6_k12.html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