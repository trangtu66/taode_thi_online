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4. NHIỆT DUNG RIÊNG. PHƯƠNG TRÌNH NHIỆT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4  ·  Tiết 7, 8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dung riêng c [J/(kg·K)]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mcΔt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Phát biểu và viết phương trình cân bằng nhiệt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tính Q, m, c, Δt trong trao đổi nhiệt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Tính toán, vận dụng PTCBN; tra bảng nhiệt dung riêng; hỏi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7  –  NHIỆT DUNG RIÊNG &amp; NHIỆT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niệm; phương trình Q = mcΔt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nghiệm: đun nóng 1 kg nước và 1 kg dầu ăn với cùng bếp điện.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Dầu ăn nóng lên nhanh hơn nước rõ rệt.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Hai chất nhận cùng nhiệt lượng nhưng nhiệt độ tăng khác nhau?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Đại lượng nào đặc trưng cho 'khả năng hấp thu nhiệt' của mỗi chất?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đại lượng đó phụ thuộc vào bản chất của chất – không phụ thuộc khối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dung riêng (SGK tr.20–21)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dung riêng c: nhiệt lượng cần truyền cho 1 kg chất để tăng 1°C (1 K)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J/(kg·K)  hoặc  J/(kg·°C)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thường gặp (tra bảng SGK tr.21):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Nước: c = 4 200 J/(kg·K)   |   Nhôm: c = 880 J/(kg·K)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Sắt:  c = 460 J/(kg·K)    |   Đồng: c = 380 J/(kg·K)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Dầu ăn: c ≈ 1 700 J/(kg·K)  |  Không khí: c ≈ 1 005 J/(kg·K)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lượng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Q vật thu vào (hoặc toả ra) khi thay đổi nhiệt độ: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m · c · Δt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vật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c [J/(kg·K)]: nhiệt dung riêng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Δt = t₂ − t₁ [°C hoặc K]: độ thay đổi nhiệt độ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Q &gt; 0: vật thu nhiệt (t₂ &gt; t₁)  |  Q &lt; 0: vật toả nhiệt (t₂ &lt; t₁)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8  –  CÂN BẰNG NHIỆT &amp; BÀI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Phương trình cân bằng nhiệt; luyện tập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Phương trình cân bằng nhiệt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Khi hai vật trao đổi nhiệt với nhau (không mất ra ngoài):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  Nhiệt lượng vật nóng toả ra = Nhiệt lượng vật lạnh thu vào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Q_toả  =  Q_thu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m₁ · c₁ · |t₁ − t_cb|  =  m₂ · c₂ · |t_cb − t₂|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t₁ &gt; t_cb &gt; t₂  (t_cb: nhiệt độ cân bằng)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Lưu ý: dùng giá trị tuyệt đối, hoặc viết rõ 'toả' vs 'thu'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Đun nóng 2 kg nước từ 25°C đến 100°C.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biết nhiệt dung riêng của nước: c = 4200 J/(kg·K).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lượng cần cung cấp cho nước.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Δt = t₂ − t₁; áp dụng Q = mcΔt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2 kg;  t₁ = 25°C;  t₂ = 100°C;  c = 4200 J/(kg·K)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Δt = t₂ − t₁ = 100 − 25 = 75°C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m·c·Δt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2 × 4200 × 75 = 630 000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630 000 J = 630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630 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Cân bằng nhiệt (thực tiễn Tây Nguyên)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Tưới cà phê: đổ 0,5 kg nước 90°C vào bình chứa 1 kg nước 25°C.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độ cân bằng (bỏ qua tổn thất nhiệt).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Đặt t_cb là nhiệt độ cân bằng; viết Q_toả = Q_thu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Cân bằng nhiệt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Nước nóng: m₁ = 0,5 kg, t₁ = 90°C  (toả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Nước lạnh: m₂ = 1 kg,   t₂ = 25°C  (thu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Q_toả = Q_thu: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0,5 × 4200 × (90 − t_cb) = 1 × 4200 × (t_cb − 25)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0,5(90 − t_cb) = t_cb − 25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45 − 0,5·t_cb = t_cb − 25  →  1,5·t_cb = 70  →  t_cb = 46,7°C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t_cb ≈ 46,7°C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4. NHIỆT DUNG RIÊNG. PHƯƠNG TRÌNH NHIỆT LƯỢNG</a:t>
            </a:r>
          </a:p>
        </p:txBody>
      </p:sp>
      <p:pic>
        <p:nvPicPr>
          <p:cNvPr id="3" name="Picture 2" descr="SoDoTuDuy_VATLY12_Bai4_NhietDungRieng_PhuongTrinhNhietLuong_T7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4. Nhiệt dung riêng. Phương trình nhiệt lượng</a:t>
            </a:r>
          </a:p>
        </p:txBody>
      </p:sp>
      <p:pic>
        <p:nvPicPr>
          <p:cNvPr id="4" name="Picture 3" descr="QR_ly_cc_bai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https://trangtu66.github.io/Taode_thi_online/ly_cc_bai4_k12.html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