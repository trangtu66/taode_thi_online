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1. CẤU TRÚC CỦA CHẤT. SỰ CHUYỂN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1  ·  Tiết 1, 2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Trình bày 3 nội dung mô hình động học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Mô tả cấu trúc của chất rắn, lỏng, khí qua mô hình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Vẽ và mô tả sơ đồ chuyển thể (nóng chảy, hoá hơi, thăng hoa…)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thích sự hoá hơi và nóng chảy bằng mô hình phân tử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 &amp; Phẩm chất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Quan sát chuyển động Brown; thảo luận nhóm; hỏi AI một bước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  –  MÔ HÌNH ĐỘNG HỌC PHÂN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Mục I–II: Cấu tạo chất &amp; Cấu trúc 3 thể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Quan sát: cốc nước đá đang tan dần trong không khí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nước đá (rắn)  →  nước lỏng  →  hơi bốc lên (khí)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Hãy giải thích: tại sao cùng một chất (nước)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lại có thể tồn tại ở các thể khác nhau?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(Dựa vào kiến thức lớp 8, 10 về cấu tạo chất)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các thể khác nhau ↔ cách sắp xếp hạt khác nhau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Mô hình động học phân tử về cấu tạo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Ba nội dung cơ bản (SGK tr.6):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① Các chất cấu tạo từ các hạt riêng biệt → phân tử, nguyên tử, ion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② Phân tử chuyển động hỗn loạn không ngừng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   Nhiệt độ cao hơn → tốc độ chuyển động lớn hơn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③ Giữa các phân tử có lực hút và lực đẩy (lực liên kết 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Chuyển động Brown (1827)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Robert Brown quan sát hạt phấn hoa trong nước dưới kính hiển vi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hạt phấn hoa chuyển động hỗn loạn, không dừng (Hình 1.2)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Giải thích: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Phân tử nước chuyển động hỗn loạn, va đập không đều vào hạt phấn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hạt phấn bị đẩy theo các hướng ngẫu nhiên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Chứng minh: chất có cấu tạo gián đoạn; phân tử chuyển động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Cấu trúc của chất rắn, lỏng, khí (Hình 1.3)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Đặc điểm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KHÍ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RẮN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LỎNG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Khoảng cách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Rất lớn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Rất nhỏ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Trung bình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Sắp xếp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Hỗn loạn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Có trật tự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trật tự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Chuyển động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Hỗn loạn, nhanh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Dao động tại chỗ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Dao động lẫn lộn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Hình dạng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có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xác định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Thể tích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có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2  –  SỰ CHUYỂN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Mục III: Giải thích bằng mô hình động học phân tử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Sơ đồ chuyển thể (SGK tr.7–9)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RẮN  ←(Nóng chảy / Đông đặc)→  LỎNG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LỎNG  ←(Hoá hơi / Ngưng tụ)→  KHÍ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RẮN  ←(Thăng hoa / Ngưng kết)→  KHÍ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Mỗi quá trình chuyển thể đều kèm theo sự thay đổi năng lượng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634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Nhiệt độ không đổi trong suốt quá trình chuyển thể (hệ dị thể)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– Giải thích bằng MH động học phân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Tại sao khi bay hơi nhiệt độ chất lỏng GIẢM?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Tại sao khi nước đang sôi, nhiệt độ KHÔNG TĂNG dù vẫn đun?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Tại sao chất rắn kết tinh có nhiệt độ nóng chảy XÁC ĐỊNH?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(Hình 1.5 và 1.7 SGK tr.8–9)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Nhớ: phân tử nào thoát ra được thì mang năng lượng lớn hơn TB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– Giải thích bằng MH động học phân tử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Bay hơi: các PT 'năng lượng cao' thoát ra mặt thoáng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NL trung bình của PT còn lại GIẢM → nhiệt độ giảm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Khi sôi: toàn bộ nhiệt năng nhận được dùng để phá liên kết PT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chuyển nước lỏng thành hơi → không làm tăng nhiệt độ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Nóng chảy: PT nhận NL → dao động mạnh → phá mạng tinh thể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NL dùng phá LK, không tăng T → nhiệt độ nóng chảy = const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Đáp: (a) T giảm  (b) T = 100°C  (c) T = Tnc = const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1. CẤU TRÚC CỦA CHẤT. SỰ CHUYỂN THỂ</a:t>
            </a:r>
          </a:p>
        </p:txBody>
      </p:sp>
      <p:pic>
        <p:nvPicPr>
          <p:cNvPr id="3" name="Picture 2" descr="SoDoTuDuy_VATLY12_Bai1_CauTrucChatSuChuyenThe_T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1. Cấu trúc của chất. Sự chuyển thể</a:t>
            </a:r>
          </a:p>
        </p:txBody>
      </p:sp>
      <p:pic>
        <p:nvPicPr>
          <p:cNvPr id="4" name="Picture 3" descr="QR_ly_cc_bai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https://trangtu66.github.io/Taode_thi_online/ly_cc_bai1_k12.html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