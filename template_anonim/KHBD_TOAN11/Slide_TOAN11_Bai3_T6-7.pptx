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hyperlink" Target="https://trangtu66.github.io/Taode_thi_online/cc_bai3_t11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3. HÀM SỐ LƯỢNG GIÁC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Chương I. Hàm số lượng giác và phương trình lượng giác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5661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11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6 – 7 theo PPCT (T6, T7)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TTT – Trường Trường THPT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3. Hàm số lượng giác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Nhận biết bốn hàm số lượng giác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Hàm số chẵn, lẻ, tuần hoàn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Vẽ và đọc đồ thị hàm số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Tìm tập xác định, tập giá trị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Xác định chu kì, khoảng đơn điệu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bài toán thực tiễn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NHỊP THỞ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3. Hàm số lượng giác          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Vận tốc luồng khí: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v=0</m:t>
                    </m:r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85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πt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Một chu kì hô hấp bao lâu?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Mỗi phút thở bao nhiêu nhịp?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Vận tốc luồng khí: </a:t>
                </a:r>
                <a:r>
                  <a:rPr lang="vi-VN"/>
                  <a:t>v=0{,}85\sin\ \frac{\pi t}{3}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Một chu kì hô hấp bao lâu?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Mỗi phút thở bao nhiêu nhịp?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62102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2102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Khi nào hít vào, thở ra?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ĐỊNH NGHĨA HÀM SỐ LƯỢNG GIÁC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3. Hàm số lượng giác       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y = sin x,  y = cos x:  D = ℝ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y = tan x:  D = ℝ \ {π/2 + kπ | k ∈ ℤ}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y = cot x:  D = ℝ \ {kπ | k ∈ ℤ}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9601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6035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Ví dụ: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xác định khi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x≠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+kπ</m:t>
                    </m:r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6035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Ví dụ: </a:t>
                </a:r>
                <a:r>
                  <a:rPr lang="vi-VN"/>
                  <a:t>y=\frac{1}{\cos\ x}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xác định khi </a:t>
                </a:r>
                <a:r>
                  <a:rPr lang="vi-VN"/>
                  <a:t>x\ne\frac{\pi}{2}+k\pi</a:t>
                </a:r>
              </a:p>
            </p:txBody>
          </p:sp>
        </mc:Fallback>
      </mc:AlternateContent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606476"/>
            <a:ext cx="4389120" cy="44222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HÀM SỐ CHẴN, HÀM SỐ LẺ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3. Hàm số lượng giác       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Chẵn: f(−x) = f(x), đối xứng qua Oy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Lẻ: f(−x) = −f(x), đối xứng qua O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dụ: f(x) = x sin x là hàm chẵn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Điều kiện: ∀x ∈ D thì −x ∈ D</a:t>
            </a:r>
          </a:p>
        </p:txBody>
      </p:sp>
      <p:pic>
        <p:nvPicPr>
          <p:cNvPr id="9" name="Picture 8" descr="rId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361393"/>
            <a:ext cx="4389120" cy="29124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HÀM SỐ TUẦN HOÀN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3. Hàm số lượng giác         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sin x, cos x: chu kì 2π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tan x, cot x: chu kì π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y=A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ωx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chu kì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2π</m:t>
                        </m:r>
                      </m:num>
                      <m:den>
                        <m:d>
                          <m:dPr>
                            <m:begChr m:val="|"/>
                            <m:sepChr m:val=""/>
                            <m:endChr m:val="|"/>
                          </m:dP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</m:d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sin x, cos x: chu kì 2π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tan x, cot x: chu kì π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y=A\sin\ \omega x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chu kì </a:t>
                </a:r>
                <a:r>
                  <a:rPr lang="vi-VN"/>
                  <a:t>T=\frac{2\pi}{|\omega|}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62102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21024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f(x + T) = f(x),  ∀x ∈ D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Chu kì: số T dương nhỏ nhất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3. ĐỒ THỊ HÀM SỐ y = sin x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3. Hàm số lượng giác        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Đồng biến: (−π/2 + k2π; π/2 + k2π)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Nghịch biến: (π/2 + k2π; 3π/2 + k2π)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Tập giá trị [−1; 1]; lẻ; chu kì 2π</a:t>
            </a:r>
          </a:p>
        </p:txBody>
      </p:sp>
      <p:pic>
        <p:nvPicPr>
          <p:cNvPr id="9" name="Picture 8" descr="rId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226" y="3602736"/>
            <a:ext cx="10215067" cy="26151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GIẢI BÀI TOÁN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3. Hàm số lượng giác          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2π</m:t>
                        </m:r>
                      </m:num>
                      <m:den>
                        <m:f>
                          <m:fPr>
                            <m:type m:val="lin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giây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Một phút: 60 : 6 = 10 chu kì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Hít vào: 0 &lt; t &lt; 3;  thở ra: 3 &lt; t &lt; 5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T=\frac{2\pi}{\pi/3}=6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giây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Một phút: 60 : 6 = 10 chu kì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Hít vào: 0 &lt; t &lt; 3;  thở ra: 3 &lt; t &lt; 5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62102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2102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Chu kì hô hấp: 6 giây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4. ĐỒ THỊ HÀM SỐ y = cos x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3. Hàm số lượng giác         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Đồng biến: (−π + k2π; k2π)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Nghịch biến: (k2π; π + k2π)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Tập giá trị [−1; 1]; chẵn; chu kì 2π</a:t>
            </a:r>
          </a:p>
        </p:txBody>
      </p:sp>
      <p:pic>
        <p:nvPicPr>
          <p:cNvPr id="9" name="Picture 8" descr="rId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109" y="3602736"/>
            <a:ext cx="9573301" cy="26151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5. ĐỒ THỊ HÀM SỐ y = tan x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3. Hàm số lượng giác        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 = ℝ \ {π/2 + kπ}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Tập giá trị: ℝ; hàm số lẻ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Đồng biến trên (−π/2 + kπ; π/2 + kπ)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Chu kì π</a:t>
            </a:r>
          </a:p>
        </p:txBody>
      </p:sp>
      <p:pic>
        <p:nvPicPr>
          <p:cNvPr id="9" name="Picture 8" descr="rId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470905"/>
            <a:ext cx="4389120" cy="26934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ĐỒ THỊ HÀM SỐ y = cot x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3. Hàm số lượng giác        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 = ℝ \ {kπ}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Tập giá trị: ℝ; hàm số lẻ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Nghịch biến trên (kπ; π + kπ)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Chu kì π</a:t>
            </a:r>
          </a:p>
        </p:txBody>
      </p:sp>
      <p:pic>
        <p:nvPicPr>
          <p:cNvPr id="9" name="Picture 8" descr="rId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676449"/>
            <a:ext cx="4389120" cy="228234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3. Hàm số lượng giác        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Tìm lỗi trong lời giải 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sin x + cos x “không chẵn nên lẻ”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tan x đồng biến trên 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Không chẵn chưa chắc là lẻ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tan π/4 = 1 &gt; −1 = tan 3π/4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DAO ĐỘNG ĐIỀU HÒA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3. Hàm số lượng giác         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x(t) = −5cos 4πt (cm)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= 5cos(4πt + π):  A = 5 cm,  φ = π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Pha tại t = 2: 9π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 = 1/2 giây ⇒ 4 dao động trong 2 giây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NHÓM: NHIỆT ĐỘ TRONG NGÀY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3. Hàm số lượng giác          14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336956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Đo nhiệt độ theo giờ trong ngày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Ghi nguồn số liệu chính thống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Tìm hàm số trên Desmos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T(t)=a+b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π(t−c)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Tìm chu kì, nhiệt độ cao, thấp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Nộp kèm Nhật ký sử dụng AI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336956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Đo nhiệt độ theo giờ trong ngày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Ghi nguồn số liệu chính thống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Tìm hàm số trên Desmos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T(t)=a+b\sin\ \frac{\pi(t−c)}{12}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Tìm chu kì, nhiệt độ cao, thấp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Nộp kèm Nhật ký sử dụng AI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3. Hàm số lượng giác          15</a:t>
            </a:r>
          </a:p>
        </p:txBody>
      </p:sp>
      <p:pic>
        <p:nvPicPr>
          <p:cNvPr id="6" name="Picture 5" descr="rId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400" y="1417320"/>
            <a:ext cx="725672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3. Hàm số lượng giác         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Bai3_Toan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trangtu66.github.io/Taode_thi_online/cc_bai3_t11.html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