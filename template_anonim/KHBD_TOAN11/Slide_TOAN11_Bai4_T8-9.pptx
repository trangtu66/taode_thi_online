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bai4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PHƯƠNG TRÌNH LƯỢNG GIÁC CƠ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8 – 9 theo PPCT (T8, T9)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phương trình tương đương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nghiệm sin x = m, cos x =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nghiệm tan x = m, cot x =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góc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phương trình đưa về cơ bản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BẮN PHÁO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Pháo bắn với vận tốc v</a:t>
            </a:r>
            <a:r>
              <a:rPr sz="2400" b="1" baseline="-25000">
                <a:solidFill>
                  <a:srgbClr val="1E40AF"/>
                </a:solidFill>
                <a:latin typeface="Calibri"/>
              </a:rPr>
              <a:t>0</a:t>
            </a:r>
            <a:r>
              <a:rPr sz="2400" b="1">
                <a:solidFill>
                  <a:srgbClr val="1E40AF"/>
                </a:solidFill>
                <a:latin typeface="Calibri"/>
              </a:rPr>
              <a:t> không đổi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nào để đạn bay xa nhất?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03348"/>
            <a:ext cx="4389120" cy="282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PHƯƠNG TRÌNH TƯƠNG ĐƯƠNG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2x + 6 = 0 và (x + 3)² = 0: tương đương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không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Hai phương trình vô nghiệm: tương đương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2x + 6 = 0 và (x + 3)² = 0: tương đương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\frac{x−1}{x+1}=0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x^2−1=0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không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Hai phương trình vô nghiệm: tương đương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Tương đương: cùng tập nghiệm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PHƯƠNG TRÌNH sin x =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Trong [0; 2π): x = π/6;  x = 5π/6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Trong [0; 2π): x = π/6;  x = 5π/6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x=\frac{\pi}{6}+k2\pi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x=\frac{5\pi}{6}+k2\pi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giao của y = 1/2 và y = sin x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5865"/>
            <a:ext cx="4389120" cy="4203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CÔNG THỨC NGHIỆM sin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 = 0 ⇔ x = kπ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 = 0 ⇔ x = kπ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x=1\Leftrightarrow x=\frac{\pi}{2}+k2\pi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x=−1\Leftrightarrow x=−\frac{\pi}{2}+k2\pi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0667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α⇔x=α+k2π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0667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x=\sin\ \alpha\Leftrightarrow x=\alpha+k2\pi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x=\pi−\alpha+k2\pi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2x = sin(60° − 3x)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12° + k72° hoặc x = −120° + k360°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x=−\frac{\sqrt{3}}{2}\Leftrightarrow x=−\frac{\pi}{3}+k2\pi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x=\frac{4\pi}{3}+k2\pi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2x = sin(60° − 3x)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12° + k72° hoặc x = −120° + k360°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Đơn vị độ: dùng 180° − α và k360°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Tầm xa: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Lớn nhất khi sin 2α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Tầm xa: </a:t>
                </a:r>
                <a:r>
                  <a:rPr lang="vi-VN"/>
                  <a:t>x=\frac{v_0^2\sin\ 2\alpha}{g}\le\frac{v_0^2}{g}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Lớn nhất khi sin 2α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α = π/4, tức góc bắn 45°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00273"/>
            <a:ext cx="4389120" cy="26346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TRÌNH cos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1 ⇔ x = k2π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−1 ⇔ x = π + k2π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x=0\Leftrightarrow x=\frac{\pi}{2}+k\pi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1 ⇔ x = k2π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−1 ⇔ x = π + k2π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α⇔x=±α+k2π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x=\cos\ \alpha\Leftrightarrow x=\pm\alpha+k2\pi</a:t>
                </a:r>
              </a:p>
            </p:txBody>
          </p:sp>
        </mc:Fallback>
      </mc:AlternateContent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60358"/>
            <a:ext cx="4389120" cy="4514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2x = cos(45° − 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15° + k120° hoặc x = −45° + k360°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x=−\frac{\sqrt{3}}{2}\Leftrightarrow x=\pm\frac{5\pi}{6}+k2\pi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2x = cos(45° − 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15° + k120° hoặc x = −45° + k360°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α ∈ [0; π] khi dùng 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PHƯƠNG TRÌNH tan x = m, cot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Luôn có nghiệm với mọi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Luôn có nghiệm với mọi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x=−\sqrt{3}\Leftrightarrow x=−\frac{\pi}{3}+k\pi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\cot\ x=−\sqrt{3}\Leftrightarrow x=−\frac{\pi}{6}+k\pi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x=\tan\ \alpha\Leftrightarrow x=\alpha+k\pi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\cot\ x=\cot\ \alpha\Leftrightarrow x=\alpha+k\pi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MODE 3: độ;  SHIFT MODE 4: rađian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phím sin⁻¹, cos⁻¹, tan⁻¹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 α = 0,58 ⇒ α ≈ 35°27′ ≈ 0,6187 rad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3704"/>
            <a:ext cx="10698480" cy="2613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⇔ x = π/6 + kπ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x = −1/2, chọn α = −π/3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x = −1/2 ⇔ x = ±2π/3 + k2π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x=\frac{\pi}{6}+k2\pi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x=\frac{5\pi}{6}+k2\pi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x = −1/2 ⇔ x = ±2π/3 + k2π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PHA MẶT TRĂNG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α)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0: α = 0° hoặc 360° (trăng mới)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0,5: α = 90° hoặc 270°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1: α = 180° (trăng tròn)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F=\frac{1}{2}(1−\cos\ \alpha)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0: α = 0° hoặc 360° (trăng mới)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0,5: α = 90° hoặc 270°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1: α = 180° (trăng tròn)</a:t>
                </a:r>
              </a:p>
            </p:txBody>
          </p:sp>
        </mc:Fallback>
      </mc:AlternateContent>
      <p:pic>
        <p:nvPicPr>
          <p:cNvPr id="7" name="Picture 6" descr="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056794"/>
            <a:ext cx="4389120" cy="15216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TIA NƯỚC TƯỚI CÂY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Đặt vòi nghiêng 45°, đo tầm xa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Ước lượng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góc để nước chạm gốc cây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Thử lại, giải thích sai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Quay video, nộp kèm Nhật ký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Tiết kiệm nước khi làm thí nghiệm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Đặt vòi nghiêng 45°, đo tầm xa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Ước lượng </a:t>
                </a:r>
                <a:r>
                  <a:rPr lang="vi-VN"/>
                  <a:t>\frac{v_0^2}{g}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:r>
                  <a:rPr lang="vi-VN"/>
                  <a:t>L=\frac{v_0^2\sin\ 2\alpha}{g}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góc để nước chạm gốc cây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Thử lại, giải thích sai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Quay video, nộp kèm Nhật ký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Tiết kiệm nước khi làm thí nghiệm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16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