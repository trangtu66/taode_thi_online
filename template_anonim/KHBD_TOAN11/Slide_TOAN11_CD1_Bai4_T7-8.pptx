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d1bai4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QUAY VÀ PHÉP ĐỐI XỨNG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7 – 8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quay: tâm, góc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đối xứng tâm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Tọa độ ảnh qua Q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(O, ±90°)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hình có tâm đối xứng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hoa văn quay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BÀN ĂN XOAY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Bàn ăn xoay quanh tâm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nào đứng yên khi xoay?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Khoảng cách đĩa – tâm có đổi?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Cơ sở toán học nào?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92"/>
            <a:ext cx="4389120" cy="3794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O: tâm quay;  α: góc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&gt; 0: ngược chiều kim đồng hồ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quay 0: phép đồng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OM′ = OM  và  (OM, OM′) =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Kí hiệu: 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α)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85453"/>
            <a:ext cx="4389120" cy="38643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π/2)</a:t>
            </a:r>
            <a:r>
              <a:rPr sz="2400">
                <a:solidFill>
                  <a:srgbClr val="1E293B"/>
                </a:solidFill>
                <a:latin typeface="Calibri"/>
              </a:rPr>
              <a:t>: A ↦ 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−π/2)</a:t>
            </a:r>
            <a:r>
              <a:rPr sz="2400">
                <a:solidFill>
                  <a:srgbClr val="1E293B"/>
                </a:solidFill>
                <a:latin typeface="Calibri"/>
              </a:rPr>
              <a:t>: A ↦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π)</a:t>
            </a:r>
            <a:r>
              <a:rPr sz="2400">
                <a:solidFill>
                  <a:srgbClr val="1E293B"/>
                </a:solidFill>
                <a:latin typeface="Calibri"/>
              </a:rPr>
              <a:t>: A ↦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Luyện tập 1: 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(A, 60°)</a:t>
            </a:r>
            <a:r>
              <a:rPr sz="2400" b="1">
                <a:solidFill>
                  <a:srgbClr val="991B1B"/>
                </a:solidFill>
                <a:latin typeface="Calibri"/>
              </a:rPr>
              <a:t>: B ↦ C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532" y="1463040"/>
            <a:ext cx="432733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chứng: Rotate(M, 90°, O)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1.14: (x − 2)² + y² = 1 ↦ x² + (y − 2)²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90°)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M′(−y; x)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−90°)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M′(y; −x)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 CỦA PHÉP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120°)</a:t>
            </a:r>
            <a:r>
              <a:rPr sz="2400">
                <a:solidFill>
                  <a:srgbClr val="1E293B"/>
                </a:solidFill>
                <a:latin typeface="Calibri"/>
              </a:rPr>
              <a:t> biến ΔABC thành chính nó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Bảo toàn khoảng cách: M′N′ = MN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16872"/>
            <a:ext cx="4389120" cy="4601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BÀN XOAY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↦ O: tâm đứng 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(O; R) ↦ (O; R): mặt bàn không dời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Đĩa đổi chỗ, khoảng cách không đổi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Bàn xoay là một phép quay tâm O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92"/>
            <a:ext cx="4389120" cy="3794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PHÉP ĐỐI XỨNG TÂM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song song hoặc trùng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, I(a; b): M ↦ M′(2a − x; 2b − y)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</a:t>
            </a:r>
            <a:r>
              <a:rPr sz="2400">
                <a:solidFill>
                  <a:srgbClr val="1E293B"/>
                </a:solidFill>
                <a:latin typeface="Calibri"/>
              </a:rPr>
              <a:t>: M(x; y) ↦ M′(−x; −y)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O là trung điểm của MM′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</a:t>
            </a:r>
            <a:r>
              <a:rPr sz="2400" b="1">
                <a:solidFill>
                  <a:srgbClr val="991B1B"/>
                </a:solidFill>
                <a:latin typeface="Calibri"/>
              </a:rPr>
              <a:t> = 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π)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835524"/>
            <a:ext cx="4389120" cy="1964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Δ: x + 3y − 2 = 0,   tâm I(1; 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A(2; 0) ↦ A′(0; 4);   B(−1; 1) ↦ B′(3; 3)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</a:t>
            </a:r>
            <a:r>
              <a:rPr sz="2400">
                <a:solidFill>
                  <a:srgbClr val="1E293B"/>
                </a:solidFill>
                <a:latin typeface="Calibri"/>
              </a:rPr>
              <a:t>(AB) = 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Δ′: x + 3y − 12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CÓ TÂM ĐỐI XỨNG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Nhận O làm tâm đối xứng: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Quay 180° biến nửa A thành B: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Chia 4 phần giống nhau: sai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Hình 6 cánh: quay góc k·60°</a:t>
            </a:r>
          </a:p>
        </p:txBody>
      </p:sp>
      <p:pic>
        <p:nvPicPr>
          <p:cNvPr id="9" name="Picture 8" descr="rI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86" y="1463040"/>
            <a:ext cx="421482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M′ là trung điểm của IM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90°)</a:t>
            </a:r>
            <a:r>
              <a:rPr sz="2400">
                <a:solidFill>
                  <a:srgbClr val="1E293B"/>
                </a:solidFill>
                <a:latin typeface="Calibri"/>
              </a:rPr>
              <a:t> quay cùng chiều kim đồng hồ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M′(2·1 − 3; 2·2 + 1) = (−1; 5)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dương: ngược chiều ⇒ A′(0; 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HOA VĂN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Tìm hoa văn trống đồng Đông Sơn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Vẽ cánh, dùng Rotate(cánh, 360°/n, O)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 = 3; 4; 5; 6: khi nào có tâm đối xứng?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Bàn xoay: A(40; 0), B(0; 30)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Tìm vị trí sau ¼ vòng, ½ vòng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Nộp tệp GeoGebra, Nhật ký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14</a:t>
            </a:r>
          </a:p>
        </p:txBody>
      </p:sp>
      <p:pic>
        <p:nvPicPr>
          <p:cNvPr id="6" name="Picture 5" descr="rI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4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trangtu66.github.io/Taode_thi_online/cc_cd1bai4_t11.html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