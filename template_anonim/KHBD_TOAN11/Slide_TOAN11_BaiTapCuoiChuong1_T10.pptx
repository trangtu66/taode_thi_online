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trangtu66.github.io/Taode_thi_online/cc_chuong1_t11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TẬP CUỐI CHƯƠNG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Hàm số lượng giác và phương trình lượng giác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661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11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10 theo PPCT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tập cuối chương I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Hệ thống kiến thức Chương 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Tính giá trị lượng giác, rút gọn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Chứng minh đẳng thức lượng giác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tập xác định, tập giá trị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phương trình lượng giác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bài toán huyết áp, ánh sáng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HUYẾT ÁP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tập cuối chương I         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p(t)=115+25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(160πt)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(mmHg)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Huyết áp có bình thường không?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Tim đập bao nhiêu nhịp mỗi phút?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p(t)=115+25\sin\ (160\pi t)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(mmHg)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Huyết áp có bình thường không?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Tim đập bao nhiêu nhịp mỗi phút?</a:t>
                </a:r>
              </a:p>
            </p:txBody>
          </p:sp>
        </mc:Fallback>
      </mc:AlternateContent>
      <p:pic>
        <p:nvPicPr>
          <p:cNvPr id="7" name="Picture 6" descr="huyet_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507" y="3346704"/>
            <a:ext cx="5132506" cy="28712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CHƯƠNG 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tập cuối chương I          4</a:t>
            </a:r>
          </a:p>
        </p:txBody>
      </p:sp>
      <p:pic>
        <p:nvPicPr>
          <p:cNvPr id="6" name="Picture 5" descr="min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056" y="1417320"/>
            <a:ext cx="8593408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GHI NHỚ: CÔNG THỨC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tập cuối chương I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Góc bù: sin(π − α) = sin α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Góc hơn kém π: cos(π + α) = −cos 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16002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16002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(a±b)=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b∓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(a±b)=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b±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2a=1−2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a=2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a−1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16002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\cos\ (a\pm b)=\cos\ a\cos\ b\mp\sin\ a\sin\ b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\sin\ (a\pm b)=\sin\ a\cos\ b\pm\cos\ a\sin\ b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\cos\ 2a=1−2\sin^2 a=2\cos^2 a−1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GHI NHỚ: PHƯƠNG TRÌNH CƠ BẢN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tập cuối chương I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|m| &gt; 1: sin x = m vô nghiệm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Chu kì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y=A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ωx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d>
                          <m:dPr>
                            <m:begChr m:val="|"/>
                            <m:sepChr m:val=""/>
                            <m:endChr m:val="|"/>
                          </m:dP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d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|m| &gt; 1: sin x = m vô nghiệm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Chu kì </a:t>
                </a:r>
                <a:r>
                  <a:rPr lang="vi-VN"/>
                  <a:t>y=A\sin\ \omega x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T=\frac{2\pi}{|\omega|}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8686800" cy="14859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054096"/>
                <a:ext cx="8321040" cy="14859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x=α+k2π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x=π−α+k2π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x=±α+k2π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x=α+kπ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054096"/>
                <a:ext cx="8321040" cy="14859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\sin\ x=\sin\ \alpha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: </a:t>
                </a:r>
                <a:r>
                  <a:rPr lang="vi-VN"/>
                  <a:t>x=\alpha+k2\pi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hoặc </a:t>
                </a:r>
                <a:r>
                  <a:rPr lang="vi-VN"/>
                  <a:t>x=\pi−\alpha+k2\pi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\cos\ x=\cos\ \alpha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: </a:t>
                </a:r>
                <a:r>
                  <a:rPr lang="vi-VN"/>
                  <a:t>x=\pm\alpha+k2\pi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\tan\ x=\tan\ \alpha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: </a:t>
                </a:r>
                <a:r>
                  <a:rPr lang="vi-VN"/>
                  <a:t>x=\alpha+k\pi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TRẮC NGHIỆM 1.23 – 1.26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tập cuối chương I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1.23.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25π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17π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góc trùng?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1.24. Khẳng định sai: cos(π − α) = cos α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1.25. Khẳng định sai: cos(a − b) = …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1.26. M = cos(a + b)cos(a − b) − sin(a + b)sin(a − b)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1.23. </a:t>
                </a:r>
                <a:r>
                  <a:rPr lang="vi-VN"/>
                  <a:t>−\frac{5\pi}{6};\ \frac{\pi}{3};\ \frac{25\pi}{3};\ \frac{17\pi}{6}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góc trùng?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1.24. Khẳng định sai: cos(π − α) = cos α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1.25. Khẳng định sai: cos(a − b) = …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1.26. M = cos(a + b)cos(a − b) − sin(a + b)sin(a − b)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TRẮC NGHIỆM 1.27 – 1.30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tập cuối chương I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1.27. y = cos x là hàm số lẻ?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1.28. Hàm tuần hoàn: y = cot x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1.29. Số giao điểm sin x, cos x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1.30. Tập xác định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1.27. y = cos x là hàm số lẻ?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1.28. Hàm tuần hoàn: y = cot x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1.29. Số giao điểm sin x, cos x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1.30. Tập xác định </a:t>
                </a:r>
                <a:r>
                  <a:rPr lang="vi-VN"/>
                  <a:t>y=\frac{\cos\ x}{\sin\ x−1}</a:t>
                </a:r>
              </a:p>
            </p:txBody>
          </p:sp>
        </mc:Fallback>
      </mc:AlternateContent>
      <p:pic>
        <p:nvPicPr>
          <p:cNvPr id="7" name="Picture 6" descr="sin_c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796" y="4187951"/>
            <a:ext cx="4689928" cy="20299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ĐÁP ÁN TRẮC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tập cuối chương I          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2412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713232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Câu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Đáp án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Lí do chính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Calibri"/>
                        </a:rPr>
                        <a:t>1.23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991B1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E293B"/>
                          </a:solidFill>
                          <a:latin typeface="Calibri"/>
                        </a:rPr>
                        <a:t>γ = π/3 + 8π trùng β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Calibri"/>
                        </a:rPr>
                        <a:t>1.24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991B1B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E293B"/>
                          </a:solidFill>
                          <a:latin typeface="Calibri"/>
                        </a:rPr>
                        <a:t>cos(π − α) = −cos 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Calibri"/>
                        </a:rPr>
                        <a:t>1.25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991B1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E293B"/>
                          </a:solidFill>
                          <a:latin typeface="Calibri"/>
                        </a:rPr>
                        <a:t>cos(a − b) = cos a cos b + sin a sin 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Calibri"/>
                        </a:rPr>
                        <a:t>1.26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991B1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E293B"/>
                          </a:solidFill>
                          <a:latin typeface="Calibri"/>
                        </a:rPr>
                        <a:t>M = cos 2a = 1 − 2sin²a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Calibri"/>
                        </a:rPr>
                        <a:t>1.27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991B1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E293B"/>
                          </a:solidFill>
                          <a:latin typeface="Calibri"/>
                        </a:rPr>
                        <a:t>cos x là hàm số chẵn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Calibri"/>
                        </a:rPr>
                        <a:t>1.28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991B1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E293B"/>
                          </a:solidFill>
                          <a:latin typeface="Calibri"/>
                        </a:rPr>
                        <a:t>cot x tuần hoàn, chu kì 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Calibri"/>
                        </a:rPr>
                        <a:t>1.29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991B1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E293B"/>
                          </a:solidFill>
                          <a:latin typeface="Calibri"/>
                        </a:rPr>
                        <a:t>x = π/4 + kπ, k = −2, …, 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E293B"/>
                          </a:solidFill>
                          <a:latin typeface="Calibri"/>
                        </a:rPr>
                        <a:t>1.30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991B1B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E293B"/>
                          </a:solidFill>
                          <a:latin typeface="Calibri"/>
                        </a:rPr>
                        <a:t>sin x ≠ 1 ⇔ x ≠ π/2 + k2π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TỰ LUẬN 1.31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tập cuối chương I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2374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(vì góc phần tư II)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sepChr m:val="+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sepChr m:val="+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3+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2374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\sin\ \alpha=\frac{\sqrt{6}}{3}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(vì góc phần tư II)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\sin\ \left(\alpha+\frac{\pi}{6}\right)=\frac{3\sqrt{2}−\sqrt{3}}{6}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\cos\ \left(\alpha+\frac{\pi}{6}\right)=−\frac{3+\sqrt{6}}{6}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169663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69663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Xét dấu sin α trước khi tính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TỰ LUẬN 1.33, 1.34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tập cuối chương I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1.33a) Tập giá trị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1.33b)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sepChr m:val="+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1.34a)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1.33a) Tập giá trị </a:t>
                </a:r>
                <a:r>
                  <a:rPr lang="vi-VN"/>
                  <a:t>[−3;1]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1.33b) </a:t>
                </a:r>
                <a:r>
                  <a:rPr lang="vi-VN"/>
                  <a:t>y=\sqrt{2}\sin\ \left(x+\frac{\pi}{4}\right)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[−\sqrt{2};\sqrt{2}]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1.34a) </a:t>
                </a:r>
                <a:r>
                  <a:rPr lang="vi-VN"/>
                  <a:t>\cos\ \left(3x−\frac{\pi}{4}\right)=\cos\ \frac{3\pi}{4}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895344"/>
            <a:ext cx="8686800" cy="960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k2π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k2π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x=\frac{\pi}{3}+\frac{k2\pi}{3}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hoặc </a:t>
                </a:r>
                <a:r>
                  <a:rPr lang="vi-VN"/>
                  <a:t>x=−\frac{\pi}{6}+\frac{k2\pi}{3}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TỰ LUẬN 1.34 (TIẾP)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tập cuối chương I          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x−1=−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2x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⇒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3x=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2x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⇒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k2π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2x+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=x−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+kπ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2\sin^2x−1=−\cos\ 2x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⇒ </a:t>
                </a:r>
                <a:r>
                  <a:rPr lang="vi-VN"/>
                  <a:t>\cos\ 3x=\cos\ 2x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⇒ </a:t>
                </a:r>
                <a:r>
                  <a:rPr lang="vi-VN"/>
                  <a:t>x=\frac{k2\pi}{5}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c) </a:t>
                </a:r>
                <a:r>
                  <a:rPr lang="vi-VN"/>
                  <a:t>2x+\frac{\pi}{5}=x−\frac{\pi}{6}+k\pi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895344"/>
            <a:ext cx="8686800" cy="960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11π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+kπ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(thỏa điều kiện)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x=−\frac{11\pi}{30}+k\pi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(thỏa điều kiện)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tập cuối chương I          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x−1=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2x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160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⇒ 25,5 nhịp/phút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2\sin^2x−1=\cos\ 2x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T=\frac{2\pi}{160}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⇒ 25,5 nhịp/phút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62102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Đúng: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x−1=−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2x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Đúng: T = 1/80 phút, 80 nhịp/phút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62102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Đúng: </a:t>
                </a:r>
                <a:r>
                  <a:rPr lang="vi-VN"/>
                  <a:t>2\sin^2x−1=−\cos\ 2x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Đúng: T = 1/80 phút, 80 nhịp/phút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1.35: HUYẾT ÁP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tập cuối chương I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160π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phút ⇒ 80 nhịp/phút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Tâm thu 140; tâm trương 90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T=\frac{2\pi}{160\pi}=\frac{1}{80}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phút ⇒ 80 nhịp/phút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Tâm thu 140; tâm trương 90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5409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Chỉ số 140/90: cao hơn 120/80</a:t>
            </a:r>
          </a:p>
        </p:txBody>
      </p:sp>
      <p:pic>
        <p:nvPicPr>
          <p:cNvPr id="9" name="Picture 8" descr="huyet_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8528" y="3877056"/>
            <a:ext cx="4184463" cy="23408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1.36: KHÚC XẠ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tập cuối chương I         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sSub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 i = 50°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≈0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576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\frac{\sin\ i}{\sin\ r}=\frac{n_2}{n_1}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 i = 50°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\sin\ r=\frac{\sin\ 50^\circ}{1{,}33}\approx 0{,}576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28415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28415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Góc khúc xạ r ≈ 35°10′</a:t>
            </a:r>
          </a:p>
        </p:txBody>
      </p:sp>
      <p:pic>
        <p:nvPicPr>
          <p:cNvPr id="9" name="Picture 8" descr="h1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79154"/>
            <a:ext cx="4389120" cy="467693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VỀ NHÀ: NHỊP SỐNG HÌNH sin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tập cuối chương I         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Đo nhịp tim 3 thành viên nhóm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Lúc nghỉ và sau vận động nhẹ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Lập p(t) = a + b·sin(ωt)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Vẽ đồ thị Desmos, so sánh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3–5 slide, Nhật ký AI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tập cuối chương I         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Chuong1_Toan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trangtu66.github.io/Taode_thi_online/cc_chuong1_t11.html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