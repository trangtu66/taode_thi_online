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cd1bai1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PHÉP BIẾN HÌNH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1. Phép biến hình phẳng – Bài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2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phép biến hình, phép đồng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Xác định ảnh của một điểm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ảnh của đường thẳng, đường tròn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phép co, dãn về trục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Ứng dụng trong phần mềm chỉnh ảnh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TRÒ CHƠI ĐẶT XU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Trò chơi đặt xu: Hoa – Hưng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Hoa đặt xu đầu tiên tại tâm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Hưng đặt ở M, Hoa đặt ở M′ đối xứng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Ai là người thắng cuộc?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763952"/>
            <a:ext cx="4389120" cy="21073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PHÉP BIẾN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M′: ảnh của M qua f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Phép đồng nhất: biến M thành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Mỗi điểm M ↦ duy nhất một điểm M′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Kí hiệu: f(M) = M′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Hình chiếu lên d: phép biến hình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Mọi điểm trên a ⊥ d có cùng ảnh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“Cách M bằng 1”: không phải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Có vô số điểm M′ ⇒ không duy nhất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47987"/>
            <a:ext cx="4389120" cy="3939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TÌNH HUỐNG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Các xu đối xứng từng cặp qua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Hưng đặt được ⇒ Hoa đặt được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Hoa luôn thắng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763952"/>
            <a:ext cx="4389120" cy="21073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ẢNH CỦA MỘT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f: M(x; y) ↦ M′(x + 1; y + 2)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A(−1; 5) ↦ A′(0; 7);  B(2; 2) ↦ B′(3; 4)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Δ: x + y − 4 = 0  ↦  Δ′: x + y − 7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ℋ′ = f(ℋ): tập các ảnh f(M), M ∈ ℋ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78847"/>
            <a:ext cx="4389120" cy="4477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PHÉP CO, DÃN VỀ TRỤC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f: M(x; y) ↦ M′(x; ky),  k &gt; 0, k ≠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 &lt; 1: co về trục Ox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 &gt; 1: dãn xa trục 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Đường tròn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↦ elip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vi-VN" sz="24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Đường tròn </a:t>
                </a:r>
                <a:r>
                  <a:rPr lang="vi-VN"/>
                  <a:t>x^2+y^2=R^2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↦ elip </a:t>
                </a:r>
                <a:r>
                  <a:rPr lang="vi-VN"/>
                  <a:t>\frac{x^2}{R^2}+\frac{y^2}{(kR)^2}=1</a:t>
                </a:r>
              </a:p>
            </p:txBody>
          </p:sp>
        </mc:Fallback>
      </mc:AlternateContent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32405"/>
            <a:ext cx="4389120" cy="17704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ẢNH HOA HỒNG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Ảnh phải: co về trục Ox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Ảnh trái: co về trục Oy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M(x; y) ↦ M′(kx; 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Phần mềm dùng phép co, dãn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444" y="4169664"/>
            <a:ext cx="8432631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I(1; 2) là trung điểm của AA′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A′ = (2·1 − 3; 2·2 + 2)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A(3; −2) ↦ A′(−1; 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thay x = x′ + 1, y = y′ + 2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“OM′ = OM” là phép biến hình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0667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0667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Đúng: x = x′ − 1, y = y′ − 2 ⇒ Δ′: x + y − 7 = 0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M′ không duy nhất ⇒ không phải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TOÁN HỌC CHỈNH ẢNH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ảnh về trường, quê 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Co, dãn ảnh theo một chiều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biểu thức tọa độ, tính k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Hình tròn biến thành hình gì?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3–5 slide, Nhật ký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13</a:t>
            </a:r>
          </a:p>
        </p:txBody>
      </p:sp>
      <p:pic>
        <p:nvPicPr>
          <p:cNvPr id="6" name="Picture 5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1. Phép biến hình        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1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trangtu66.github.io/Taode_thi_online/cc_cd1bai1_t11.html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