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1. Vị trí địa lí và phạm vi lãnh thổ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Xác định vị trí địa lí VN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Mô tả phạm vi lãnh thổ &amp; vùng biển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ý nghĩa vị trí địa lí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1. Vị trí địa lí và phạm vi lãnh thổ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1. Vị trí địa lí và phạm vi lãnh thổ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Vị trí &amp; tọa độ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Múi giờ GMT+7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Tiếp giáp TQ, Lào, Cambodia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Bờ biển 3 260 km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Vùng biển VN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Nội thủy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Lãnh hải 12 hải lý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EEZ 200 hải lý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Ý nghĩa KT–QP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Cầu nối ĐNA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Tuyến HH quốc tế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Bảo vệ chủ quyền biển đảo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Hoàng Sa–Trường Sa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Thuộc chủ quyền VN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Tầm quan trọng chiến lược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Ngư trường lớn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Vị trí địa lí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Đông Nam Á, bán đảo Đông Dương
Tọa độ: 8°34'B–23°23'B; 102°08'Đ–109°28'Đ
Bờ biển: 3 260 km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Vị trí địa lí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Đông Nam Á, bán đảo Đông Dương
Tọa độ: 8°34'B–23°23'B; 102°08'Đ–109°28'Đ
Bờ biển: 3 260 km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Diện tích đất liền: ~331 212 km²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Ý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Tự nhiên: nhiệt đới ẩm gió mùa
Kinh tế: trên tuyến hàng hải quốc tế
Vùng biển UNCLOS: EEZ 200 hải lý + thềm lục địa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Ý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Tự nhiên: nhiệt đới ẩm gió mùa
Kinh tế: trên tuyến hàng hải quốc tế
Vùng biển UNCLOS: EEZ 200 hải lý + thềm lục địa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Biển Đông – tuyến hàng hải bận rộn thứ 2 TG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1. Vị trí địa lí và phạm vi lãnh thổ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