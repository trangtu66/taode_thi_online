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4 (TH). Báo cáo phân hoá thiên nhiên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Thực hành đọc số liệu khí hậu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Vẽ biểu đồ phân hóa B-N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4 (TH). Báo cáo phân hoá thiên nhiên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4 (TH). Báo cáo phân hoá thiên nhiên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tích HN vs HCM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T°1: 17°C vs 26°C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Biên độ: &gt;10°C vs &lt;5°C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Mùa mưa khác nhau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Kĩ năng vẽ BD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Nhiệt–ẩm (Walter)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Cột + đường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Chú giải rõ ràng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Quy trình báo cáo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Thu thập số liệu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Vẽ biểu đồ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Nhận xét + kết luận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Liên hệ địa phương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Bình Định: mùa mưa 10-12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Khô hạn tháng 2-8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Gió ĐB ảnh hưởng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 so sánh KH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HN: T°1 ~17°C; biên độ &gt;10°C; mưa 4-10
TP HCM: T°1 ~26°C; biên độ &lt;5°C; mưa 5-11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 so sánh KH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HN: T°1 ~17°C; biên độ &gt;10°C; mưa 4-10
TP HCM: T°1 ~26°C; biên độ &lt;5°C; mưa 5-11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Dữ liệu phản ánh rõ phân hóa B-N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Kĩ năng báo cáo địa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Thu thập số liệu Niên giám TK
2. Tính TB, so sánh
3. Biểu đồ nhiệt-ẩm (Walter)
4. Nhận xét xu hướng, giải thích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Kĩ năng báo cáo địa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Thu thập số liệu Niên giám TK
2. Tính TB, so sánh
3. Biểu đồ nhiệt-ẩm (Walter)
4. Nhận xét xu hướng, giải thích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Quy trình báo cáo khoa học chuẩn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4 (TH). Báo cáo phân hoá thiên nhiên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