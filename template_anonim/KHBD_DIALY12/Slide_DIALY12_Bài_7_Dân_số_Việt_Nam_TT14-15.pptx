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7. Dân số Việt 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T14-15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đặc điểm dân số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phân bố dân cư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Tác động đến KT-XH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7. Dân số Việt Nam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7. Dân số Việt Nam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Quy mô dân số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99-100 triệu người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Tăng tự nhiên 0,9%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Top 15 TG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Cơ cấu dân số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Cơ cấu vàng &gt;53% LĐ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Đang già hóa nhanh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Tỉ lệ đô thị 38-40%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bố dân cư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ĐBSH: &gt;1000 người/km²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Tây Bắc: ~50 người/km²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Đô thị hóa tăng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Chính sách dân số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1-2 con từ 1989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Khuyến sinh hiện nay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Nâng chất lượng NNL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Dân số VN 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~99-100 triệu người (thứ 15 TG, thứ 3 ĐNA)
Tỉ lệ đô thị: 38-40%; TNDS: ~0,9%/năm
Cơ cấu 'vàng': LĐ &gt;53%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Dân số VN 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~99-100 triệu người (thứ 15 TG, thứ 3 ĐNA)
Tỉ lệ đô thị: 38-40%; TNDS: ~0,9%/năm
Cơ cấu 'vàng': LĐ &gt;53%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SRB mất cân bằng: 112 nam/100 nữ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Tác động &amp; chính sách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Tích cực: LĐ dồi dào, thị trường nội địa lớn
Thách thức: già hóa, quá tải đô thị
Chính sách: 1-2 con; đào tạo NNL chất lượng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Tác động &amp; chính sách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Tích cực: LĐ dồi dào, thị trường nội địa lớn
Thách thức: già hóa, quá tải đô thị
Chính sách: 1-2 con; đào tạo NNL chất lượng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Từ 'dân số vàng' phải chuyển thành 'dân số chất lượng'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7. Dân số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https://trangtu66.github.io/Taode_thi_online/dia_cc_bai7_k12.html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