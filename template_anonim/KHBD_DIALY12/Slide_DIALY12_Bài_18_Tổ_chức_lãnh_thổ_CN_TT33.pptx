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18. Tổ chức lãnh thổ CN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hình thức tổ chức lãnh thổ CN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KCN và KKT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18. Tổ chức lãnh thổ CN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18. Tổ chức lãnh thổ CN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Các hình thức tổ chức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Điểm CN đơn lẻ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KCN tập trung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KKT ven biển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KCN VN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~400 KCN cả nước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40% KTTĐ phía Nam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Vùng Bắc Ninh-HN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18 KKT ven biển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Đặc quyền kinh tế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 chức năng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Kết nối cảng biển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KKT Nhơn Hội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11 700 ha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Cảng QN nước sâu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Hành lang ĐT Đông-Tây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Hình thức tổ chức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Điểm CN → KCN → Trung tâm CN → Vùng CN → KKT ven biển
KKT: đa chức năng (CN + DV + đô thị + cảng)
Cả nước: ~400 KCN (2023)
40% KCN ở vùng KTTĐ phía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Hình thức tổ chức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Điểm CN → KCN → Trung tâm CN → Vùng CN → KKT ven biển
KKT: đa chức năng (CN + DV + đô thị + cảng)
Cả nước: ~400 KCN (2023)
40% KCN ở vùng KTTĐ phía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KKT Nhơn Hội ~11 700 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KKT Nhơn Hội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Diện tích ~11 700 ha; cảng nước sâu QN
FDI: thép, xi măng, SX đa ngành
Logistics + cao tốc B-N
Hành lang KT Đông-Tây: Quy Nhơn–TN–Lào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KKT Nhơn Hội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Diện tích ~11 700 ha; cảng nước sâu QN
FDI: thép, xi măng, SX đa ngành
Logistics + cao tốc B-N
Hành lang KT Đông-Tây: Quy Nhơn–TN–Lào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KKT Nhơn Hội: hình thức tổ chức CN cao nhất tỉnh BĐ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18. Tổ chức lãnh thổ CN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