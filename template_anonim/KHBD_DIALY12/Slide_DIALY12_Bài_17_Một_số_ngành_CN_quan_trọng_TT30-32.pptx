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17. Một số ngành CN quan trọng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T30-32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đặc điểm và phân bố CN quan trọng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triển vọng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17. Một số ngành CN quan trọng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17. Một số ngành CN quan trọng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Dầu khí &amp; Điện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Bạch Hổ, Sư Tử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Thủy điện 29%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NL tái tạo 25%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Thực phẩm–Dệt may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XK lớn thứ 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Gần nguyên liệu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LĐPT–may mặc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Xi măng–Điện tử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Thanh Hóa, Nghệ An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Samsung Bắc Ninh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Intel TP HCM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Bình Định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Chế biến gỗ, TS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Điện gió duyên hải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Cơ khí KKT Nhơn Hội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Các ngành CN quan trọng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Dầu khí: thềm lục địa phía Nam (Bạch Hổ)
2. Điện: thủy điện 29%, nhiệt điện 43%, tái tạo 25%
3. Thực phẩm: gắn với N-L-NG
4. Dệt may: vùng KTTĐ phía Nam
5. Điện tử: Bắc Ninh, Thái Nguyên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Các ngành CN quan trọng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Dầu khí: thềm lục địa phía Nam (Bạch Hổ)
2. Điện: thủy điện 29%, nhiệt điện 43%, tái tạo 25%
3. Thực phẩm: gắn với N-L-NG
4. Dệt may: vùng KTTĐ phía Nam
5. Điện tử: Bắc Ninh, Thái Nguyên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Điện tử là ngành CN XK lớn nhất VN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Phân bố và xu hướng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CN điện: đập TĐ Tây Bắc–TN; điện gió duyên hải
Thực phẩm: gần nguyên liệu → ĐBSCL, ven biển
Bình Định: chế biến gỗ, thủy sản; điện MT+gió
KKT Nhơn Hội: cơ khí cảng biển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Phân bố và xu hướng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CN điện: đập TĐ Tây Bắc–TN; điện gió duyên hải
Thực phẩm: gần nguyên liệu → ĐBSCL, ven biển
Bình Định: chế biến gỗ, thủy sản; điện MT+gió
KKT Nhơn Hội: cơ khí cảng biển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NL tái tạo hướng ưu tiên CN Bình Định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17. Một số ngành CN quan trọng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https://trangtu66.github.io/Taode_thi_online/dia_cc_bai17_k12.html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