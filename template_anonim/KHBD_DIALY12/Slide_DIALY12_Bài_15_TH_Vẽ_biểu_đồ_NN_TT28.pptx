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15 (TH). Vẽ biểu đồ 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Vẽ và nhận xét biểu đồ NN VN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Thực hành kĩ năng phân tích số liệu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15 (TH). Vẽ biểu đồ 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15 (TH). Vẽ biểu đồ NN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Chọn loại BD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Tròn: cơ cấu 1 năm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Cột/đường: xu hướng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Miền: cơ cấu nhiều năm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Kĩ thuật vẽ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Đặt tên trục, ghi ĐV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Vẽ đúng tỉ lệ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Chú giải + tiêu đề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Nhận xét 5 bước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Xu hướng chung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Cực trị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Giải thích nguyên nhân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Số liệu thực hành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Lúa: DT–SL–NS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Cà phê Tây Nguyên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Thủy sản VN 2000-2023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Chọn loại biểu đồ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Cơ cấu (%) 1 năm → tròn / miền 100%
Xu hướng nhiều năm → đường / cột
So sánh nhiều vùng → cột nhóm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Chọn loại biểu đồ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Cơ cấu (%) 1 năm → tròn / miền 100%
Xu hướng nhiều năm → đường / cột
So sánh nhiều vùng → cột nhóm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5 loại cần thành thạo: tròn, cột, đường, miền, kết hợp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Quy trình nhận xét 5 bước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Xu hướng chung (tăng/giảm)
2. Cực đại, cực tiểu
3. So sánh các mốc
4. Mối quan hệ giữa các đại lượng
5. Giải thích, kết luận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Quy trình nhận xét 5 bước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Xu hướng chung (tăng/giảm)
2. Cực đại, cực tiểu
3. So sánh các mốc
4. Mối quan hệ giữa các đại lượng
5. Giải thích, kết luận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Thực hành với số liệu Diện tích–Sản lượng–Năng suất lúa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15 (TH). Vẽ biểu đồ NN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https://trangtu66.github.io/Taode_thi_online/dia_cc_bai15_k12.html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