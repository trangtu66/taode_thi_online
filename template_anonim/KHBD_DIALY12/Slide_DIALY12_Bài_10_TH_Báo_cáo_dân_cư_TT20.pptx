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10 (TH). Báo cáo dân cư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Thực hành phân tích số liệu dân cư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Vẽ tháp dân số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ĐỊA LÍ 12  |  Bài 10 (TH). Báo cáo dân cư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10 (TH). Báo cáo dân cư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Tháp dân số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Trục hoành: % nam-nữ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Trục tung: nhóm tuổi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Đọc hình dạng tháp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Phân tích tháp VN 2023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Đang già hóa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Tỉ lệ 60+ tăng nhanh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Lực lượng LĐ vẫn lớn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Biểu đồ dân số địa phương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Dân số theo năm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Cơ cấu ĐT/NT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So với cả nước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Liên hệ Bình Định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1,3 triệu dân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ĐT hóa ~50%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Vĩnh Thạnh 25 000 người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Kĩ năng vẽ tháp dân số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Trục ngang: % nam (trái) / nữ (phải)
Trục đứng: nhóm tuổi (5 năm/nhóm)
Đọc: đáy rộng=trẻ; đáy hẹp=già; lệch=giới tính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Kĩ năng vẽ tháp dân số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Trục ngang: % nam (trái) / nữ (phải)
Trục đứng: nhóm tuổi (5 năm/nhóm)
Đọc: đáy rộng=trẻ; đáy hẹp=già; lệch=giới tính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VN 2023: đang chuyển từ trẻ → già (thắt eo dưới)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Thực hành địa phương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1. Số liệu Niên giám TK Bình Định
2. Tỉ lệ đô thị/nông thôn, mật độ DS
3. Biểu đồ cột DS qua các năm
4. Nhận xét, kết luận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Thực hành địa phương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1. Số liệu Niên giám TK Bình Định
2. Tỉ lệ đô thị/nông thôn, mật độ DS
3. Biểu đồ cột DS qua các năm
4. Nhận xét, kết luận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Bình Định: 1,3 triệu dân; Vĩnh Thạnh ~25 000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Địa lí 12 – Bài 10 (TH). Báo cáo dân cư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https://trangtu66.github.io/Taode_thi_online/dia_cc_bai10_k12.html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DIA12_Bai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