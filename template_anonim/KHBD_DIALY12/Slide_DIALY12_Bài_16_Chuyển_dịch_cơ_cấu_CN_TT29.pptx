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16. Chuyển dịch cơ cấu 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xu hướng chuyển dịch cơ cấu CN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CN mũi nhọn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16. Chuyển dịch cơ cấu CN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16. Chuyển dịch cơ cấu CN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Xu hướng chuyển dịch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Giảm khai thác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Tăng chế biến-chế tạo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Phát triển NL tái tạo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CN điện tử VN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Samsung: 20 tỷ USD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Intel, LG, Panasonic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XK #1 điện thoại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bố CN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Phía Bắc: điện tử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Phía Nam: đa ngành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Miền Trung đang phát triển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Bình Định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KKT Nhơn Hội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Cảng Quy Nhơn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Điện gió, mặt trời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Chuyển dịch cơ cấu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Tăng: CN chế biến-chế tạo (điện tử, may mặc)
Giảm: khai thác (than, dầu thô)
Phát triển: NL tái tạo (gió, mặt trời)
CN điện tử Samsung: 20 tỷ USD, #1 XK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Chuyển dịch cơ cấu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Tăng: CN chế biến-chế tạo (điện tử, may mặc)
Giảm: khai thác (than, dầu thô)
Phát triển: NL tái tạo (gió, mặt trời)
CN điện tử Samsung: 20 tỷ USD, #1 XK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Top XK 2023: điện thoại #1, máy móc #2, dệt may #3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Phân bố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Phía Bắc: HN, HP, Bắc Ninh (Samsung), Thái Nguyên
Phía Nam: TP HCM, BD, ĐN (đa ngành)
Bình Định: KKT Nhơn Hội + cảng QN + điện tái tạo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Phân bố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Phía Bắc: HN, HP, Bắc Ninh (Samsung), Thái Nguyên
Phía Nam: TP HCM, BD, ĐN (đa ngành)
Bình Định: KKT Nhơn Hội + cảng QN + điện tái tạo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NL tái tạo là ưu tiên CN Bình Định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16. Chuyển dịch cơ cấu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https://trangtu66.github.io/Taode_thi_online/dia_cc_bai16_k12.html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