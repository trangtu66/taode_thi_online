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5. Sử dụng TN và BVMT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thực trạng tài nguyên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Đề xuất giải pháp BVMT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5. Sử dụng TN và BVMT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5. Sử dụng TN và BVMT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Thực trạng rừng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Từ 43% → 27% → 42%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Rừng nguyên sinh còn ít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ĐDSH suy giảm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Thực trạng đất &amp; nước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Xói mòn vùng núi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Mặn-phèn ĐBSCL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Ô nhiễm kênh rạch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Giải pháp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Trồng rừng phủ xanh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Canh tác bền vững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Xử lý nước thải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Pháp luật &amp; GD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Luật BVMT 2020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Thỏa thuận Paris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Giáo dục môi trường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trạng TN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Rừng: 43%(1943)→27%(1990)→42%(2023)
Đất: xói mòn vùng núi, mặn-phèn ĐBSCL
Nước: ô nhiễm kênh rạch đô thị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trạng TN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Rừng: 43%(1943)→27%(1990)→42%(2023)
Đất: xói mòn vùng núi, mặn-phèn ĐBSCL
Nước: ô nhiễm kênh rạch đô thị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BĐKH: nước biển dâng đe dọa ĐBSCL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Giải pháp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Rừng: trồng phủ xanh, bảo vệ phòng hộ
Đất: canh tác bền vững, giảm hóa chất
Pháp luật: Luật BVMT, UNFCCC, Paris
GD: nâng cao nhận thức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Giải pháp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Rừng: trồng phủ xanh, bảo vệ phòng hộ
Đất: canh tác bền vững, giảm hóa chất
Pháp luật: Luật BVMT, UNFCCC, Paris
GD: nâng cao nhận thức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Thạnh: rừng đầu nguồn hồ Định Bình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5. Sử dụng TN và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