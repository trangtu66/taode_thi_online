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9. Đô thị hoá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đặc điểm đô thị hóa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tác động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9. Đô thị hoá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9. Đô thị hoá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Quy mô đô thị hóa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38-40% dân đô thị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Tăng từ 19% (1990)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2 đô thị đặc biệt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Mạng lưới đô thị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2 đô thị đặc biệt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5 đô thị loại 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Đô thị mới phát triển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Tác động tích cực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Tăng GDP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Tạo việc làm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Trung tâm đổi mới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Thách thức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Ô nhiễm môi trường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Tắc nghẽn GT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Thiếu nhà ở giá rẻ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Đô thị hóa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Tỉ lệ đô thị: 38-40% (2023), tăng từ 19% (1990)
2 đô thị đặc biệt: HN (~9 triệu), HCM (~10 triệu)
5 đô thị loại I: ĐN, CT, HP, Biên Hòa, Bắc Ninh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Đô thị hóa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Tỉ lệ đô thị: 38-40% (2023), tăng từ 19% (1990)
2 đô thị đặc biệt: HN (~9 triệu), HCM (~10 triệu)
5 đô thị loại I: ĐN, CT, HP, Biên Hòa, Bắc Ninh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Đô thị hóa chưa gắn với CNH: hạ tầng chậm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Tác động &amp; Thách thức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Tích cực: tăng GDP, việc làm, trung tâm đổi mới
Thách thức: ô nhiễm, tắc đường, thiếu nhà giá rẻ
Giải pháp: đô thị thông minh, phân bổ dân cư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Tác động &amp; Thách thức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Tích cực: tăng GDP, việc làm, trung tâm đổi mới
Thách thức: ô nhiễm, tắc đường, thiếu nhà giá rẻ
Giải pháp: đô thị thông minh, phân bổ dân cư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Quy hoạch đô thị thông minh là hướng đi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9. Đô thị hoá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https://trangtu66.github.io/Taode_thi_online/dia_cc_bai9_k12.html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