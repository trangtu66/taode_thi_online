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14. Tổ chức lãnh thổ 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các hình thức tổ chức lãnh thổ NN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7 vùng NN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14. Tổ chức lãnh thổ 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14. Tổ chức lãnh thổ NN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 vùng NN VN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Trung du MN phía Bắc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ĐBSH + ĐBSCL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Tây Nguyên cây CN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Vùng 4 – Bình Định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Lúa, thủy sản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Cà phê Vĩnh Thạnh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Điều, rau màu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Hình thức tổ chức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Trang trại 35 000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HTX NN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Cánh đồng liên kết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Mô hình mới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KNN CNC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OCOP địa phương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Liên kết 4 nhà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7 vùng NN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Trung du MN phía Bắc: chè, cây CN
2. ĐBSH: lúa, rau màu
3. Bắc Trung Bộ: lúa, lâm nghiệp
4. Duyên hải NTB: lúa, thủy sản (Bình Định ở đây)
5. Tây Nguyên: cà phê, cao su
6. ĐNB: cao su, CN
7. ĐBSCL: lúa, thủy sản, cây ăn quả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7 vùng NN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Trung du MN phía Bắc: chè, cây CN
2. ĐBSH: lúa, rau màu
3. Bắc Trung Bộ: lúa, lâm nghiệp
4. Duyên hải NTB: lúa, thủy sản (Bình Định ở đây)
5. Tây Nguyên: cà phê, cao su
6. ĐNB: cao su, CN
7. ĐBSCL: lúa, thủy sản, cây ăn quả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Vĩnh Thạnh ở vùng 4: duyên hải NTrung Bộ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Hình thức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Trang trại (~35 000): linh hoạt, hiệu quả
HTX NN: liên kết hộ SX
Cánh đồng liên kết; KNN CNC
Bình Định: trang trại cà phê, mô hình VAC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Hình thức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Trang trại (~35 000): linh hoạt, hiệu quả
HTX NN: liên kết hộ SX
Cánh đồng liên kết; KNN CNC
Bình Định: trang trại cà phê, mô hình VAC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Mô hình VAC phù hợp nông thôn VN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14. Tổ chức lãnh thổ NN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