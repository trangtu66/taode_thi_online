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6" r:id="rId27"/>
    <p:sldId id="261" r:id="rId12"/>
    <p:sldId id="275" r:id="rId26"/>
    <p:sldId id="262" r:id="rId13"/>
    <p:sldId id="263" r:id="rId14"/>
    <p:sldId id="274" r:id="rId25"/>
    <p:sldId id="264" r:id="rId15"/>
    <p:sldId id="265" r:id="rId16"/>
    <p:sldId id="273" r:id="rId24"/>
    <p:sldId id="266" r:id="rId17"/>
    <p:sldId id="272" r:id="rId23"/>
    <p:sldId id="267" r:id="rId18"/>
    <p:sldId id="271" r:id="rId22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18.xml"/><Relationship Id="rId23" Type="http://schemas.openxmlformats.org/officeDocument/2006/relationships/slide" Target="slides/slide16.xml"/><Relationship Id="rId24" Type="http://schemas.openxmlformats.org/officeDocument/2006/relationships/slide" Target="slides/slide14.xml"/><Relationship Id="rId25" Type="http://schemas.openxmlformats.org/officeDocument/2006/relationships/slide" Target="slides/slide11.xml"/><Relationship Id="rId26" Type="http://schemas.openxmlformats.org/officeDocument/2006/relationships/slide" Target="slides/slide8.xml"/><Relationship Id="rId27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trangtu66.github.io/Taode_thi_online/cc_bai3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3. ĐƯỜNG TIỆM CẬN CỦA ĐỒ THỊ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10 – 13 theo PPCT (T10 – T13)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456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Nhận biết tiệm cận ngang, đứng, xiên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tiệm cận bằng giới hạn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tiệm cận xiên của phân thức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thích ý nghĩa thực tiễn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CHẤT PHÓNG XẠ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m(t)=15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thay đổi ra sao?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 thì sao?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m(t)=15e^{−0{,}012t}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thay đổi ra sao?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 thì sao?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Đồ thị tiến sát một đường thẳng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62588"/>
            <a:ext cx="4389120" cy="2310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TIỆM CẬN NGANG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MH=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x→+∞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Đường thẳng y =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tiệm cận ngang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HĐ1: </a:t>
                </a:r>
                <a:r>
                  <a:rPr lang="vi-VN"/>
                  <a:t>MH=\frac{1}{x}\to 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x\to+\infty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Đường thẳng y =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tiệm cận ngang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x→−∞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054096"/>
                <a:ext cx="8321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\underset{x\to+\infty}{\mathrm{lim}}f(x)=y_0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\underset{x\to−\infty}{\mathrm{lim}}f(x)=y_0</a:t>
                </a:r>
              </a:p>
            </p:txBody>
          </p:sp>
        </mc:Fallback>
      </mc:AlternateContent>
      <p:pic>
        <p:nvPicPr>
          <p:cNvPr id="9" name="Picture 8" descr="rI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9277" y="3877056"/>
            <a:ext cx="6102966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657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3x−2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giới hạn khi x → ±∞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657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y=\frac{3x−2}{x+1}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y=\frac{\sqrt{x^2+1}}{x}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:r>
                  <a:rPr lang="vi-VN"/>
                  <a:t>y=\frac{2x−1}{x−1}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Tính giới hạn khi x → ±∞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VÍ DỤ 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3x−2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sSup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hai TCN y = 1, y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2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y=\frac{3x−2}{x+1}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3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y=\frac{\sqrt{x^2+1}}{x}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hai TCN y = 1, y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1: </a:t>
                </a:r>
                <a:r>
                  <a:rPr lang="vi-VN"/>
                  <a:t>y=\frac{2x−1}{x−1}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69663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Chia tử, mẫu cho x, lấy giới hạn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340" y="1463040"/>
            <a:ext cx="4285720" cy="47091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m(t)=15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012t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lớn, m(t) thế nào?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 của đồ thị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m(t)=15e^{−0{,}012t}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(gam)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t rất lớn, m(t) thế nào?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ngang của đồ thị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t→+∞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m(t)=0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giảm dần về 0, luôn dương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\underset{t\to+\infty}{\mathrm{lim}}m(t)=0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Khối lượng giảm dần về 0, luôn dương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TCN: trục Ot (y = 0)</a:t>
            </a:r>
          </a:p>
        </p:txBody>
      </p:sp>
      <p:pic>
        <p:nvPicPr>
          <p:cNvPr id="9" name="Picture 8" descr="rI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662588"/>
            <a:ext cx="4389120" cy="23100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TIỆM CẬN ĐỨNG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HĐ2: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→+∞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3: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−2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52374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HĐ2: </a:t>
                </a:r>
                <a:r>
                  <a:rPr lang="vi-VN"/>
                  <a:t>\frac{x}{x−1}\to+\infty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x\to 1^+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3: </a:t>
                </a:r>
                <a:r>
                  <a:rPr lang="vi-VN"/>
                  <a:t>y=\frac{3−x}{x+2}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−2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4: </a:t>
                </a:r>
                <a:r>
                  <a:rPr lang="vi-VN"/>
                  <a:t>y=\frac{x^2+2}{x}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x = 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4169663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4169663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b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bSup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f(x)=±∞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b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bSup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f(x)=±∞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4169663"/>
                <a:ext cx="6035040" cy="6858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 x_0^+}{\mathrm{lim}}f(x)=\pm\infty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hoặc </a:t>
                </a:r>
                <a:r>
                  <a:rPr lang="vi-VN"/>
                  <a:t>\underset{x\to x_0^−}{\mathrm{lim}}f(x)=\pm\infty</a:t>
                </a:r>
              </a:p>
            </p:txBody>
          </p:sp>
        </mc:Fallback>
      </mc:AlternateContent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74570"/>
            <a:ext cx="4389120" cy="3686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LOẠI BỎ TẢO ĐỘC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Chi phí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C(p)=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45p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100−p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(triệu đồng)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0≤p&lt;100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(% tảo loại bỏ)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đứng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loại bỏ được 100% tảo?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Chi phí </a:t>
                </a:r>
                <a:r>
                  <a:rPr lang="vi-VN"/>
                  <a:t>C(p)=\frac{45p}{100−p}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(triệu đồng)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0\le p&lt;100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(% tảo loại bỏ)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đứng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Có loại bỏ được 100% tảo?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LOẠI BỎ TẢO ĐỘC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C(p)=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45p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100−p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(triệu đồng),  0 ≤ p &lt; 100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C(p)=+∞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p = 100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C(p)=\frac{45p}{100−p}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(triệu đồng),  0 ≤ p &lt; 100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\underset{p\to 100^−}{\mathrm{lim}}C(p)=+\infty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TCĐ p = 100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Không thể loại bỏ hoàn toàn tảo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Càng gần 100%, chi phí càng lớn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TIỆM CẬN XIÊN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HĐ3: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f(x)−(x−1)=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5: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TCX y = x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HĐ3: </a:t>
                </a:r>
                <a:r>
                  <a:rPr lang="vi-VN"/>
                  <a:t>f(x)−(x−1)=\frac{2}{x+1}\to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5: </a:t>
                </a:r>
                <a:r>
                  <a:rPr lang="vi-VN"/>
                  <a:t>y=x+\frac{1}{x+2}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TCX y = x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x→±∞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[f(x)−(ax+b)]=0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a ≠ 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a=lim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f(x)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b=lim[f(x)−ax]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\underset{x\to\pm\infty}{\mathrm{lim}}[f(x)−(ax+b)]=0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,  a ≠ 0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a=\lim\frac{f(x)}{x}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;   </a:t>
                </a:r>
                <a:r>
                  <a:rPr lang="vi-VN"/>
                  <a:t>b=\lim[f(x)−ax]</a:t>
                </a:r>
              </a:p>
            </p:txBody>
          </p:sp>
        </mc:Fallback>
      </mc:AlternateContent>
      <p:pic>
        <p:nvPicPr>
          <p:cNvPr id="9" name="Picture 8" descr="rI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773" y="1463040"/>
            <a:ext cx="3888854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6: CHIA ĐA THỨC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xiên của đồ thị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tử cho mẫu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tiệm cận xiên của đồ thị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y=\frac{x^2−x+2}{x+1}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Chia tử cho mẫu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6: CHIA ĐA THỨC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−x+2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lim[f(x)−(x−2)]=0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y=\frac{x^2−x+2}{x+1}=x−2+\frac{4}{x+1}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\lim[f(x)−(x−2)]=0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TCX: y = x − 2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Mẹo: chia đa thức lấy phần nguyên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các đường tiệm cận: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các đường tiệm cận: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y=\frac{3−x}{2x+1}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y=\frac{2x^2+x−1}{x+2}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1.18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TCĐ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=2x−3+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⇒ TCĐ x = −2,  TCX y = 2x − 3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y=\frac{3−x}{2x+1}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</a:t>
                </a:r>
                <a:r>
                  <a:rPr lang="vi-VN"/>
                  <a:t>y=−\frac{1}{2}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TCĐ </a:t>
                </a:r>
                <a:r>
                  <a:rPr lang="vi-VN"/>
                  <a:t>x=−\frac{1}{2}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y=\frac{2x^2+x−1}{x+2}=2x−3+\frac{5}{x+2}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⇒ TCĐ x = −2,  TCX y = 2x − 3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±1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y=\frac{x−1}{x^2−1}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±1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:r>
                  <a:rPr lang="vi-VN"/>
                  <a:t>\frac{2x^2+x−1}{x+2}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num>
                      <m:den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1 và x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y=\frac{x−1}{x^2−1}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TCĐ x = 1 và x = −1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TCX của </a:t>
                </a:r>
                <a:r>
                  <a:rPr lang="vi-VN"/>
                  <a:t>\frac{2x^2+x−1}{x+2}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là y = 2x + 5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8686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x→1</m:t>
                        </m:r>
                      </m:lim>
                    </m:limLow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⇒ x = 1 không là TCĐ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Tính lại b = −3:  TCX y = 2x − 3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895344"/>
                <a:ext cx="8321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\underset{x\to 1}{\mathrm{lim}}y=\frac{1}{2}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⇒ x = 1 không là TCĐ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Tính lại b = −3:  TCX y = 2x − 3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LÒ SẤY CÀ PHÊ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Chi phí cố định 120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Sấy mỗi tấn: 1,5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5x+120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tìm TCN, TCĐ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Thu số liệu cơ sở địa phương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Kiểm chứng bằng lệnh Asymptote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36956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Chi phí cố định 120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Sấy mỗi tấn: 1,5 triệu đồng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f(x)=\frac{1{,}5x+120}{x}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tìm TCN, TCĐ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Thu số liệu cơ sở địa phương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Kiểm chứng bằng lệnh Asymptote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Nộp kèm Nhật ký sử dụng AI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20</a:t>
            </a:r>
          </a:p>
        </p:txBody>
      </p:sp>
      <p:pic>
        <p:nvPicPr>
          <p:cNvPr id="6" name="Picture 5" descr="rI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3. Đường tiệm cận của đồ thị hàm số          21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3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trangtu66.github.io/Taode_thi_online/cc_bai3_t12.html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