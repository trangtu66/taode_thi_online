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11. Thành tựu công cuộc Đổi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T30-32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thành tựu về kinh tế, đối ngoại của Đổi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vị thế Việt Nam trên trường quốc tế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Nhận xét hạn chế và thách thức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Thành tựu kinh tế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GDP tăng trưởng 6–7%/năm liên tục
• Từ nước thiếu gạo → xuất khẩu gạo hàng đầu
• Thu nhập bình quân tăng nhanh: thoát bẫy nghèo
• Đầu tư FDI tăng mạnh; xuất khẩu điện thoại, điện tử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Thành tựu kinh tế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GDP tăng trưởng 6–7%/năm liên tục
• Từ nước thiếu gạo → xuất khẩu gạo hàng đầu
• Thu nhập bình quân tăng nhanh: thoát bẫy nghèo
• Đầu tư FDI tăng mạnh; xuất khẩu điện thoại, điện tử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Từ nhóm nghèo nhất → nước thu nhập trung bình thấp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Thành tựu đối ngoại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Bình thường hóa với Mỹ (1995)
• ASEAN (1995), APEC (1998), WTO (2007)
• Ủy viên không thường trực HĐBA (2008–2009, 2020–2021)
• Chủ tịch ASEAN: 1998, 2010, 2020
Mục tiêu 2045: nước phát triển thu nhập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Thành tựu đối ngoại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Bình thường hóa với Mỹ (1995)
• ASEAN (1995), APEC (1998), WTO (2007)
• Ủy viên không thường trực HĐBA (2008–2009, 2020–2021)
• Chủ tịch ASEAN: 1998, 2010, 2020
Mục tiêu 2045: nước phát triển thu nhập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Thách thức: ô nhiễm, bất bình đẳng, tham nhũng, chuyển đổi số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Bài 11. Thành tựu công cuộc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https://trangtu66.github.io/Taode_thi_online/su_cc_bai11_k12.html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