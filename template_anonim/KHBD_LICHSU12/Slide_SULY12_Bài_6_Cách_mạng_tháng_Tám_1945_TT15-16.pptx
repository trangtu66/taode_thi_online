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6. Cách mạng tháng Tám 1945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T15-16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hoàn cảnh và thời cơ CMTT1945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diễn biến Tổng khởi nghĩa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ý nghĩa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6. Cách mạng tháng Tám 1945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6. Cách mạng tháng Tám 1945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Hoàn cảnh lịch sử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Nhật đầu hàng 15/8/1945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Pháp chưa quay lại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Thời cơ ngàn năm có một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Lãnh đạo Đảng–Việt Minh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Hội nghị Tân Trào 13-15/8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Lệnh Tổng khởi nghĩa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HCM – Tổng tư lệnh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Diễn biến Tổng KN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19/8 Hà Nội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23/8 Huế, 25/8 Sài Gòn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Bảo Đại thoái vị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Ý nghĩa lịch sử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2/9/1945: Độc lập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Phá xiềng 80 năm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Nhân dân làm chủ đất nước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Hoàn cảnh và thời cơ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Nhật đầu hàng 15/8/1945 → khoảng trống quyền lực
Hội nghị Tân Trào 13-15/8: lệnh Tổng khởi nghĩa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Hoàn cảnh và thời cơ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Nhật đầu hàng 15/8/1945 → khoảng trống quyền lực
Hội nghị Tân Trào 13-15/8: lệnh Tổng khởi nghĩa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Thời cơ 'ngàn năm có một'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Diễn biến và ý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19/8: Hà Nội; 23/8: Huế; 25/8: Sài Gòn
2/9/1945: Tuyên ngôn Độc lập → Nước VNDCCH ra đời
Ý nghĩa: phá xiềng xích 80 năm thực dân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Diễn biến và ý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19/8: Hà Nội; 23/8: Huế; 25/8: Sài Gòn
2/9/1945: Tuyên ngôn Độc lập → Nước VNDCCH ra đời
Ý nghĩa: phá xiềng xích 80 năm thực dân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Bài học: phát huy sức mạnh toàn dân, nắm thời cơ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6. Cách mạng tháng Tám 1945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https://trangtu66.github.io/Taode_thi_online/su_cc_bai6_k12.html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