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7. Kháng chiến chống Pháp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T18-20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Trình bày đường lối kháng chiến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các giai đoạn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ý nghĩa ĐBP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LỊCH SỬ 12  |  Bài 7. Kháng chiến chống Pháp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7. Kháng chiến chống Pháp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Toàn quốc KC 1946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19/12/1946: lời kêu gọi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Đường lối 4 'toàn'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Chiến khu Việt Bắc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Giai đoạn 1947-1950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Việt Bắc 1947: giữ vững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Chiến dịch Biên giới 1950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Thế chủ động chiến lược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Điện Biên Phủ 1954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56 ngày đêm (13/3–7/5)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'Lừng lẫy năm châu'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Tướng De Castries đầu hàng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Hiệp định Genève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21/7/1954 ký kết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Pháp công nhận độc lập ĐD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VN chia đôi tạm thời vĩ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Đường lối kháng chiến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Toàn quốc KC 19/12/1946
Đường lối: toàn dân, toàn diện, trường kỳ, tự lực cánh sinh
Chiến thắng Việt Bắc 1947 → phá đánh nhanh thắng nhanh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Đường lối kháng chiến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Toàn quốc KC 19/12/1946
Đường lối: toàn dân, toàn diện, trường kỳ, tự lực cánh sinh
Chiến thắng Việt Bắc 1947 → phá đánh nhanh thắng nhanh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Căn cứ địa Việt Bắc là 'đầu não' kháng chiến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Chiến thắng quyết định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Chiến dịch Biên giới 1950
Điện Biên Phủ (13/3–7/5/1954): 'lừng lẫy năm châu'
Hiệp định Genève 21/7/1954: VN chia đôi tạm thời vĩ tuyến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Chiến thắng quyết định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Chiến dịch Biên giới 1950
Điện Biên Phủ (13/3–7/5/1954): 'lừng lẫy năm châu'
Hiệp định Genève 21/7/1954: VN chia đôi tạm thời vĩ tuyến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Bài học: chiến tranh nhân dân + quân sự + ngoại giao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Lịch sử 12 – Bài 7. Kháng chiến chống Pháp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https://trangtu66.github.io/Taode_thi_online/su_cc_bai7_k12.html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SU12_Bai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