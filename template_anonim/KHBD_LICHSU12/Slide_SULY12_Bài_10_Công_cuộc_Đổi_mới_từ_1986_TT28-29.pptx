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10. Công cuộc Đổi mới từ 1986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T28-29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vì sao VN cần Đổi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nội dung Đổi mới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thành tựu bước đầu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10. Công cuộc Đổi mới từ 1986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10. Công cuộc Đổi mới từ 1986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Khủng hoảng trước ĐM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Siêu lạm phát &gt;300%/năm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Thiếu lương thực trầm trọng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Đời sống HS cực kỳ khó khăn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Đại hội VI – 1986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'Nhìn thẳng vào sự thật'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Đổi mới tư duy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Quyết định toàn diện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Đổi mới kinh tế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KT thị trường ĐHXHCN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Khoán hộ NQ10 1988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Xuất khẩu gạo 1989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Đổi mới đối ngoại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Đa dạng hóa, đa phương hóa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ASEAN 1995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Bình thường VN–Mỹ 1995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Bối cảnh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Khủng hoảng KT–XH 1975-1986: lạm phát, thiếu lương thực
Mô hình kế hoạch hóa tập trung bộc lộ hạn chế
Đại hội VI (12/1986): 'Nhìn thẳng vào sự thật'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Bối cảnh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Khủng hoảng KT–XH 1975-1986: lạm phát, thiếu lương thực
Mô hình kế hoạch hóa tập trung bộc lộ hạn chế
Đại hội VI (12/1986): 'Nhìn thẳng vào sự thật'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Đổi mới là đòi hỏi khách quan, sinh tử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Nội dung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KT: từ KH hóa tập trung → kinh tế thị trường ĐHXHCN
Nghị quyết 10 (1988): khoán hộ → xuất khẩu gạo 1989
Đối ngoại: đa dạng hóa, đa phương hóa; VN–Mỹ 1995; ASEAN 1995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Nội dung Đổi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KT: từ KH hóa tập trung → kinh tế thị trường ĐHXHCN
Nghị quyết 10 (1988): khoán hộ → xuất khẩu gạo 1989
Đối ngoại: đa dạng hóa, đa phương hóa; VN–Mỹ 1995; ASEAN 1995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Cuộc cải cách lớn nhất trong lịch sử hiện đại VN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10. Công cuộc Đổi mới từ 1986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https://trangtu66.github.io/Taode_thi_online/su_cc_bai10_k12.html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