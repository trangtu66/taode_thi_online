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TH4. Đổi mới và hội nhập VN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T33-34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Tổng kết hành trình Đổi mới–Hội nhập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địa phương Vĩnh Thạnh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TH4. Đổi mới và hội nhập VN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TH4. Đổi mới và hội nhập VN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Mốc hội nhập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1986 Đổi mới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1995 ASEAN + Mỹ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2007 WTO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Cột mốc gần đây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CPTPP 2019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EVFTA 2020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HĐBA 2020-2021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Thành tựu địa phương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Vĩnh Thạnh: cà phê, lúa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KKT Nhơn Hội phát triển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Đời sống cải thiện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Mục tiêu 2045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Thu nhập cao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Công nghiệp hóa hoàn thành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Bền vững–bao trùm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Hành trình hội nhập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1986→ĐM; 1989→XK gạo; 1995→ASEAN+MỸ
1998→APEC; 2007→WTO; 2019→CPTPP; 2020→EVFTA
2045: mục tiêu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Hành trình hội nhập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1986→ĐM; 1989→XK gạo; 1995→ASEAN+MỸ
1998→APEC; 2007→WTO; 2019→CPTPP; 2020→EVFTA
2045: mục tiêu nước phát triển thu nhập cao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Ngoại giao cây tre: linh hoạt, kiên định lợi ích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Liên hệ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Vĩnh Thạnh–Bình Định: cà phê, lúa, kinh tế hộ
Hạ tầng: điện, đường, trường, trạm về vùng sâu
Thu hút FDI: KKT Nhơn Hội, cảng Quy Nhơn
Thách thức: chuyển đổi số, giảm nghèo bền vững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Liên hệ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Vĩnh Thạnh–Bình Định: cà phê, lúa, kinh tế hộ
Hạ tầng: điện, đường, trường, trạm về vùng sâu
Thu hút FDI: KKT Nhơn Hội, cảng Quy Nhơn
Thách thức: chuyển đổi số, giảm nghèo bền vững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Vĩnh Thạnh: phát triển gắn bảo tồn văn hóa Ba Na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TH4. Đổi mới và hội nhập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https://trangtu66.github.io/Taode_thi_online/su_cc_th4_k12.html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TH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