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TH1. Thế giới trong và sau CTL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T7-8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So sánh hai giai đoạn lịch sử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số liệu, bản đồ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TH1. Thế giới trong và sau CTL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TH1. Thế giới trong và sau CTL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Trong CTL (1947-1991)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Thế giới hai cực Mỹ–LX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Đối đầu căng thẳng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Chiến tranh cục bộ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Sau CTL (1991–nay)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Đa cực hóa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Hòa bình–hợp tác–phát triển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Toàn cầu hóa mạnh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Bài học lịch sử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Sức mạnh tổng hợp quyết định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Ngoại giao khéo léo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Độc lập tự chủ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Việt Nam trong bối cảnh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Đổi mới 1986 đúng hướng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Hội nhập thành công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Vị thế ngày càng 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So sánh hai giai đoạn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Trong CTL: hai cực, đối đầu, chạy đua vũ trang
Sau CTL: đa cực, hòa bình, toàn cầu hóa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So sánh hai giai đoạn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Trong CTL: hai cực, đối đầu, chạy đua vũ trang
Sau CTL: đa cực, hòa bình, toàn cầu hóa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Cách mạng KH–KT là nền tảng của toàn cầu hóa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 phân tích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Số liệu chi tiêu quân sự hai siêu cường
2. Bản đồ phân chia NATO/Warsaw
3. Tác động với Việt Nam
4. Cơ hội–thách thức VN hiện nay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 phân tích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Số liệu chi tiêu quân sự hai siêu cường
2. Bản đồ phân chia NATO/Warsaw
3. Tác động với Việt Nam
4. Cơ hội–thách thức VN hiện nay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Liên hệ: Việt Nam hội nhập quốc tế sau Đổi mới 1986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TH1. Thế giới trong và sau CTL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https://trangtu66.github.io/Taode_thi_online/su_cc_th1_k12.html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T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