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TH3. CM tháng Tám và hai KC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T26-27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Tổng hợp bài học 3 sự kiện lịch sử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So sánh CMTT1945, KC chống Pháp, KC chống Mỹ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TH3. CM tháng Tám và hai KC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TH3. CM tháng Tám và hai KC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Bài học từ CMTT1945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Nắm bắt thời cơ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Toàn dân khởi nghĩa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Giành chính quyền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Bài học KC chống Pháp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Trường kỳ kháng chiến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Căn cứ địa vững chắc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ĐBP quyết định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Bài học KC chống Mỹ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Ý chí thống nhất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Đấu tranh quân sự + ngoại giao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Đại thắng 1975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Bài học chung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Đại đoàn kết dân tộc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Lãnh đạo đúng đắn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Chiến tranh nhân dân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Bài học chung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Đại đoàn kết toàn dân tộc
2. Lãnh đạo đúng đắn của Đảng, tư tưởng HCM
3. Chiến tranh nhân dân: toàn dân, toàn diện
4. Kết hợp quân sự + chính trị + ngoại giao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Bài học chung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Đại đoàn kết toàn dân tộc
2. Lãnh đạo đúng đắn của Đảng, tư tưởng HCM
3. Chiến tranh nhân dân: toàn dân, toàn diện
4. Kết hợp quân sự + chính trị + ngoại giao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Ba thắng lợi đều nhờ sức mạnh toàn dân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So sánh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| | CMTT | KC Pháp | KC Mỹ |
| Kẻ thù | Nhật→Pháp | Pháp | Mỹ–ngụy |
| Thời gian | 1945 | 1945-54 | 1954-75 |
| Kết quả | Độc lập | Genève | Thống nhất |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So sánh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| | CMTT | KC Pháp | KC Mỹ |
| Kẻ thù | Nhật→Pháp | Pháp | Mỹ–ngụy |
| Thời gian | 1945 | 1945-54 | 1954-75 |
| Kết quả | Độc lập | Genève | Thống nhất |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Phát huy sức mạnh toàn dân tộc là bài học xuyên suốt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TH3. CM tháng Tám và hai KC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https://trangtu66.github.io/Taode_thi_online/su_cc_th3_k12.html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TH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