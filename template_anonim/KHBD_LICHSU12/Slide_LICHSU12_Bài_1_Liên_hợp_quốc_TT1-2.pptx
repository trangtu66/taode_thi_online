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1. Liên hợp quốc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T1-2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Trình bày hoàn cảnh ra đời và mục đích của LHQ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Xác định cơ cấu tổ chức và nguyên tắc hoạt động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vai trò của LHQ trong quan hệ quốc tế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78892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788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6148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Liên hệ: Việt Nam trong LHQ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Hoàn cảnh ra đời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Sau CTTG II, 24/10/1945, Hội nghị San Francisco, 51 thành viên sáng lập.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Hoàn cảnh ra đời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Sau CTTG II, 24/10/1945, Hội nghị San Francisco, 51 thành viên sáng lập.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Mục tiêu: duy trì hòa bình, an ninh quốc tế
Thúc đẩy hợp tác phát triển
Bình đẳng chủ quyền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Cơ cấu tổ chức LHQ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Đại Hội đồng: tất cả thành viên, 1 nước 1 phiếu
• Hội đồng Bảo an: 5 ủy viên thường trực (Mỹ, Anh, Pháp, Nga, TQ) + 10 không thường trực
• Ban Thư ký, Hội đồng Kinh tế – Xã hội, Tòa án Quốc tế
• Các tổ chức chuyên môn (UNESCO, WHO, FAO...)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Cơ cấu tổ chức LHQ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Đại Hội đồng: tất cả thành viên, 1 nước 1 phiếu
• Hội đồng Bảo an: 5 ủy viên thường trực (Mỹ, Anh, Pháp, Nga, TQ) + 10 không thường trực
• Ban Thư ký, Hội đồng Kinh tế – Xã hội, Tòa án Quốc tế
• Các tổ chức chuyên môn (UNESCO, WHO, FAO...)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Việt Nam gia nhập LHQ: 20/9/1977 (thành viên thứ 149)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E40AF"/>
                </a:solidFill>
                <a:latin typeface="Calibri"/>
              </a:rPr>
              <a:t>Lịch sử 12 – Bài 1. Liên hợp quốc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11274552" cy="7315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5783A"/>
                </a:solidFill>
                <a:latin typeface="Calibri"/>
              </a:rPr>
              <a:t>🔗 https://trangtu66.github.io/Taode_thi_online/su_cc_bai1_k12.html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Quét mã QR hoặc truy cập đường link để làm bài củng cố trực tuyến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📱 Làm bài trực tuyến – Kết quả ngay lập tức – Theo dõi tiến độ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