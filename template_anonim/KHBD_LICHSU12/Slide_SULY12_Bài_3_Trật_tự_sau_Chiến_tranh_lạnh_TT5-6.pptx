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3. Trật tự sau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T5-6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nguyên nhân kết thúc CTL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đặc điểm trật tự thế giới mới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3. Trật tự sau Chiến tranh lạnh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3. Trật tự sau Chiến tranh lạnh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Kết thúc CTL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Berlin sụp đổ 11/1989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Malta: Bush–Gorbachev 12/1989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Liên Xô tan rã 25/12/1991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Trật tự mới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Đa cực hóa quan hệ quốc tế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Mỹ là siêu cường duy nhất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Hòa bình–hợp tác chủ đạo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Toàn cầu hóa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WTO 1995 – tự do thương mại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FDI, di cư lao động tăng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Cách mạng KH–KT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Thách thức mới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Khủng bố quốc tế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Xung đột cục bộ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Biến đổi khí hậu, dịch bệnh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Kết thúc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Bức tường Berlin sụp đổ (11/1989)
• Hội nghị Malta (12/1989)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Kết thúc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Bức tường Berlin sụp đổ (11/1989)
• Hội nghị Malta (12/1989)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Trật tự hai cực Yalta sụp đổ hoàn toàn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Xu thế: đa cực hóa
• Toàn cầu hóa mở rộng: WTO (1995)
• Thách thức: khủng bố, xung đột cục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Xu thế: đa cực hóa
• Toàn cầu hóa mở rộng: WTO (1995)
• Thách thức: khủng bố, xung đột cục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Hòa bình–hợp tác–phát triển là xu thế chủ đạo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3. Trật tự sau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