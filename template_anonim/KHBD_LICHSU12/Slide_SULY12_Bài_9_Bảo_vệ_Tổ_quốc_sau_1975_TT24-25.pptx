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9. Bảo vệ Tổ quốc sau 1975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T24-25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cuộc chiến biên giới Tây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biên giới phía Bắc 1979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Bài học bảo vệ TQ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9. Bảo vệ Tổ quốc sau 1975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9. Bảo vệ Tổ quốc sau 1975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Bối cảnh sau 1975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Khó khăn kinh tế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Bao vây cấm vận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Căng thẳng biên giới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Biên giới Tây Nam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Pol Pot tấn công 1977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7/1/1979 giải phóng PnomPenh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Cứu nhân dân Campuchia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Biên giới phía Bắc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17/2/1979 TQ tấn công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Quân dân VN kháng cự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TQ rút 3/1979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Bài học chủ quyền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Độc lập tự chủ tuyệt đối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Sức mạnh toàn dân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HS–TS là phần lãnh thổ 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Biên giới Tây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1977-1979: Pol Pot – Khmer Đỏ tấn công
7/1/1979: VN lật đổ chế độ diệt chủng Pol Pot
Cứu nhân dân Campuchia (1,5-2 triệu nạn nhân)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Biên giới Tây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1977-1979: Pol Pot – Khmer Đỏ tấn công
7/1/1979: VN lật đổ chế độ diệt chủng Pol Pot
Cứu nhân dân Campuchia (1,5-2 triệu nạn nhân)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Tự vệ chính đáng và tinh thần quốc tế cao cả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Biên giới phía Bắc (2/1979)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17/2/1979: TQ tấn công 6 tỉnh biên giới
Quân dân VN kiên cường chiến đấu
3/1979: TQ rút; 1991: bình thường hóa VN-TQ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Biên giới phía Bắc (2/1979)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17/2/1979: TQ tấn công 6 tỉnh biên giới
Quân dân VN kiên cường chiến đấu
3/1979: TQ rút; 1991: bình thường hóa VN-TQ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độc lập tự chủ, bảo vệ toàn vẹn lãnh thổ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9. Bảo vệ Tổ quốc sau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https://trangtu66.github.io/Taode_thi_online/su_cc_bai9_k12.html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