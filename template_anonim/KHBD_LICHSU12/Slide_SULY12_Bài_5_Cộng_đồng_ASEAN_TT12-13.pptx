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5. Cộng đồng ASEAN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ý nghĩa Cộng đồng ASEAN 2015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3 trụ cột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5. Cộng đồng ASEAN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5. Cộng đồng ASEAN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Cộng đồng ASEAN 2015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31/12/2015 thành lập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3 trụ cột: APSC–AEC–ASCC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Thị trường chung 660 triệu dân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AEC – Kinh tế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Thị trường chung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AFTA tự do thương mại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Di chuyển lao động tự 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APSC – An ninh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Hòa bình, ổn định khu vực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ARF – diễn đàn an ninh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Không phổ biến vũ khí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Tầm nhìn 2025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Gắn kết–tự cường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Vì nhân dân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VN: Chủ tịch 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Cộng đồng ASEAN (31/12/2015)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Hiến chương ASEAN (2007)
3 trụ cột: APSC (An ninh), AEC (Kinh tế), ASCC (VH–XH)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Cộng đồng ASEAN (31/12/2015)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Hiến chương ASEAN (2007)
3 trụ cột: APSC (An ninh), AEC (Kinh tế), ASCC (VH–XH)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Tầm nhìn 2025: gắn kết, tự cường, vì nhân dân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Đóng góp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Chủ tịch ASEAN: 1998, 2010, 2020
Thúc đẩy kết nạp Lào, Campuchia
Đóng góp Hiến chương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Đóng góp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Chủ tịch ASEAN: 1998, 2010, 2020
Thúc đẩy kết nạp Lào, Campuchia
Đóng góp Hiến chương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đóng vai trò ngày càng tích cực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5. Cộng đồng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