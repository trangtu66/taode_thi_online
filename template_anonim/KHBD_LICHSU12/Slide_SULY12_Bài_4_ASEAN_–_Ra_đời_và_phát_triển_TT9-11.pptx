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4. ASEAN – Ra đời và phát triển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T9-11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hoàn cảnh ra đời ASEAN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mục tiêu, nguyên tắc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vai trò ASEAN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8892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788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6148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Quan hệ Việt Nam–ASEAN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Bài 4. ASEAN – Ra đời và phát triển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4. ASEAN – Ra đời và phát triển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Ra đời 1967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5 nước sáng lập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Tuyên bố Bangkok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Hợp tác KT–VH–XH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Mở rộng ASEAN-10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Brunei 1984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Việt Nam 1995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Lào, Myanmar 1997; Cambodia 1999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Nguyên tắc TAC 1976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Tôn trọng chủ quyền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Không can thiệp nội bộ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Giải quyết hòa bình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VN trong ASEAN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Gia nhập 28/7/1995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Chủ tịch 1998, 2010, 2020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Đóng góp tích cực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Ra đời ASEAN (8/8/1967)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5 thành viên sáng lập: Indonesia, Malaysia, Philippines, Singapore, Thái Lan
• Tuyên bố Bangkok: hợp tác KT–VH–XH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Ra đời ASEAN (8/8/1967)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5 thành viên sáng lập: Indonesia, Malaysia, Philippines, Singapore, Thái Lan
• Tuyên bố Bangkok: hợp tác KT–VH–XH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Bối cảnh: CTL + chiến tranh VN + lo ngại CNCS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Mở rộng ASEAN → ASEAN-10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1984: Brunei; 1995: Việt Nam; 1997: Lào, Myanmar; 1999: Campuchia
TAC (1976), AFTA (1992), ARF (1994)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Mở rộng ASEAN → ASEAN-10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1984: Brunei; 1995: Việt Nam; 1997: Lào, Myanmar; 1999: Campuchia
TAC (1976), AFTA (1992), ARF (1994)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Việt Nam gia nhập ASEAN: 28/7/1995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Bài 4. ASEAN – Ra đời và phát triển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https://trangtu66.github.io/Taode_thi_online/su_cc_bai4_k12.html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Bai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