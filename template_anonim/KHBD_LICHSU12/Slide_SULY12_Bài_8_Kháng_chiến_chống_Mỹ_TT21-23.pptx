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8. Kháng chiến chống Mỹ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T21-23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chiến lược chiến tranh của Mỹ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thắng lợi quan trọng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30/4/1975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8. Kháng chiến chống Mỹ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8. Kháng chiến chống Mỹ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Chiến tranh đặc biệt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Quân VNCH + cố vấn Mỹ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Ấp chiến lược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Thất bại 1965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Chiến tranh cục bộ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Quân Mỹ trực tiếp (1965)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Tổng TC Tết Mậu Thân 1968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Bước ngoặt chiến lược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Đại thắng mùa Xuân 1975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Tây Nguyên 3/1975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Chiến dịch HCM 26-30/4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30/4 Dinh Độc Lập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Ý nghĩa lịch sử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Thống nhất đất nước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Kết thúc 30 năm chiến tranh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Mô hình cho giải phóng dân tộc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Chiến lược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Chiến tranh đặc biệt (1961-1965)
Chiến tranh cục bộ (1965-1968)
Việt Nam hóa chiến tranh (1969-1973)
Tết Mậu Thân 1968 → bước ngoặt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Chiến lược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Chiến tranh đặc biệt (1961-1965)
Chiến tranh cục bộ (1965-1968)
Việt Nam hóa chiến tranh (1969-1973)
Tết Mậu Thân 1968 → bước ngoặt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Hiệp định Paris 27/1/1973: Mỹ rút quân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Đại thắng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Tây Nguyên (3/1975) → Huế–Đà Nẵng → Chiến dịch HCM
11h30 ngày 30/4/1975: Dinh Độc Lập
Ý nghĩa: thống nhất, chấm dứt thực dân kiểu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Đại thắng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Tây Nguyên (3/1975) → Huế–Đà Nẵng → Chiến dịch HCM
11h30 ngày 30/4/1975: Dinh Độc Lập
Ý nghĩa: thống nhất, chấm dứt thực dân kiểu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30 năm chiến đấu giải phóng Tổ quốc hoàn thành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8. Kháng chiến chống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https://trangtu66.github.io/Taode_thi_online/su_cc_bai8_k12.html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