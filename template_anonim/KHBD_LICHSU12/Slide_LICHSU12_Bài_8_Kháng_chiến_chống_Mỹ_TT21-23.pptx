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8. Kháng chiến chống Mỹ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T21-23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các chiến lược chiến tranh của Mỹ ở miền Nam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các thắng lợi quan trọng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ý nghĩa lịch sử 30/4/1975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Các chiến lược chiến tranh của Mỹ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Chiến tranh đặc biệt (1961–1965): quân VNCH + cố vấn Mỹ
• Chiến tranh cục bộ (1965–1968): quân Mỹ trực tiếp tham chiến
• Việt Nam hóa chiến tranh (1969–1973): rút quân Mỹ
Tổng tiến công Tết Mậu Thân 1968 → bước ngoặt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Các chiến lược chiến tranh của Mỹ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Chiến tranh đặc biệt (1961–1965): quân VNCH + cố vấn Mỹ
• Chiến tranh cục bộ (1965–1968): quân Mỹ trực tiếp tham chiến
• Việt Nam hóa chiến tranh (1969–1973): rút quân Mỹ
Tổng tiến công Tết Mậu Thân 1968 → bước ngoặt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Hiệp định Paris 27/1/1973: Mỹ rút quân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Đại thắng mùa Xuân 1975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Chiến dịch Tây Nguyên (3/1975): mở đầu tổng tấn công
• Chiến dịch Huế–Đà Nẵng
• Chiến dịch Hồ Chí Minh (26–30/4/1975)
• 11h30 ngày 30/4/1975: Dinh Độc Lập
Ý nghĩa: thống nhất đất nước, chấm dứt thực dân kiểu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Đại thắng mùa Xuân 1975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Chiến dịch Tây Nguyên (3/1975): mở đầu tổng tấn công
• Chiến dịch Huế–Đà Nẵng
• Chiến dịch Hồ Chí Minh (26–30/4/1975)
• 11h30 ngày 30/4/1975: Dinh Độc Lập
Ý nghĩa: thống nhất đất nước, chấm dứt thực dân kiểu mới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30 năm chiến đấu bảo vệ và giải phóng Tổ quốc hoàn thành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8. Kháng chiến chống Mỹ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https://trangtu66.github.io/Taode_thi_online/su_cc_bai8_k12.html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