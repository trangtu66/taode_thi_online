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TH1. Thế giới trong và sau 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T7-8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Lập bảng so sánh đặc điểm hai giai đoạn Chiến tranh lạnh và sau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Đọc hiểu số liệu, bản đồ về quan hệ quốc tế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xu thế toàn cầu hóa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So sánh hai giai đoạn lịch sử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Trong CTL (1947–1991):
• Thế giới hai cực, đối đầu Mỹ – Liên Xô
• Chạy đua vũ trang, căng thẳng cao độ
Sau CTL (1991–nay):
• Xu thế đa cực, hòa bình hợp tác
• Toàn cầu hóa, hội nhập quốc tế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So sánh hai giai đoạn lịch sử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Trong CTL (1947–1991):
• Thế giới hai cực, đối đầu Mỹ – Liên Xô
• Chạy đua vũ trang, căng thẳng cao độ
Sau CTL (1991–nay):
• Xu thế đa cực, hòa bình hợp tác
• Toàn cầu hóa, hội nhập quốc tế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Cách mạng KH–KT là nền tảng của toàn cầu hóa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hành: Phân tích tư liệu lịch sử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Đọc số liệu về chi tiêu quân sự hai siêu cường
2. Nhận xét bản đồ phân chia khối NATO / Warsaw
3. Phân tích tác động của Chiến tranh lạnh với Việt Nam
4. Đánh giá cơ hội và thách thức của Việt Nam trong bối cảnh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hành: Phân tích tư liệu lịch sử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Đọc số liệu về chi tiêu quân sự hai siêu cường
2. Nhận xét bản đồ phân chia khối NATO / Warsaw
3. Phân tích tác động của Chiến tranh lạnh với Việt Nam
4. Đánh giá cơ hội và thách thức của Việt Nam trong bối cảnh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Liên hệ thực tế: Việt Nam hội nhập quốc tế sau Đổi mới 1986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TH1. Thế giới trong và sau CTL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https://trangtu66.github.io/Taode_thi_online/su_cc_th1_k12.html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