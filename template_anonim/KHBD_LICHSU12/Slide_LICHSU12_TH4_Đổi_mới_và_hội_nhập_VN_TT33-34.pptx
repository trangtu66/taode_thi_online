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TH4. Đổi mới và hội nhập VN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T33-34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Tổng kết con đường Đổi mới và hội nhập của Việt Nam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Liên hệ thực tế địa phương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Hành trình hội nhập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1986: Đại hội VI – Đổi mới
1989: Xuất khẩu gạo lần đầu
1991: Bình thường hóa Việt–Trung
1995: ASEAN, bình thường hóa Mỹ
1998: APEC
2007: WTO
2015: Cộng đồng ASEAN
2019: CPTPP
2020: EVFTA
2020–2021: HĐBA LHQ
2045: Mục tiêu nước phát triển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Hành trình hội nhập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1986: Đại hội VI – Đổi mới
1989: Xuất khẩu gạo lần đầu
1991: Bình thường hóa Việt–Trung
1995: ASEAN, bình thường hóa Mỹ
1998: APEC
2007: WTO
2015: Cộng đồng ASEAN
2019: CPTPP
2020: EVFTA
2020–2021: HĐBA LHQ
2045: Mục tiêu nước phát triển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Ngoại giao cây tre: linh hoạt, kiên định lợi ích quốc gia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Liên hệ địa phương Vĩnh Thạnh – Bình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Đổi mới nông nghiệp: cà phê, lúa, kinh tế hộ gia đình phát triển
• Hạ tầng: điện, đường, trường, trạm về vùng sâu
• Thu hút đầu tư: KKT Nhơn Hội, cảng Quy Nhơn
• Thách thức: chuyển đổi số, giảm nghèo bền vững, BVMT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Liên hệ địa phương Vĩnh Thạnh – Bình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Đổi mới nông nghiệp: cà phê, lúa, kinh tế hộ gia đình phát triển
• Hạ tầng: điện, đường, trường, trạm về vùng sâu
• Thu hút đầu tư: KKT Nhơn Hội, cảng Quy Nhơn
• Thách thức: chuyển đổi số, giảm nghèo bền vững, BVMT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Vĩnh Thạnh cần phát triển gắn với bảo tồn văn hóa Ba Na và du lịch sinh thái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Lịch sử 12 – TH4. Đổi mới và hội nhập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https://trangtu66.github.io/Taode_thi_online/su_cc_th4_k12.html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