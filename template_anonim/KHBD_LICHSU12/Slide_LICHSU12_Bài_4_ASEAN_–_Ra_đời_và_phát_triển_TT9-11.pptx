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4. ASEAN – Ra đời và phát triển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T9-11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Trình bày hoàn cảnh ra đời và quá trình phát triển ASEAN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mục tiêu, nguyên tắc của ASEAN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vai trò ASEAN trong khu vực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8892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788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6148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Quan hệ Việt Nam – ASEAN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Ra đời ASEAN (8/8/1967)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5 thành viên sáng lập: Indonesia, Malaysia, Philippines, Singapore, Thái Lan
• Tuyên bố Bangkok: hợp tác KT, VH, XH; hòa bình, ổn định khu vực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Ra đời ASEAN (8/8/1967)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5 thành viên sáng lập: Indonesia, Malaysia, Philippines, Singapore, Thái Lan
• Tuyên bố Bangkok: hợp tác KT, VH, XH; hòa bình, ổn định khu vực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Bối cảnh: Chiến tranh lạnh, chiến tranh VN, lo ngại ảnh hưởng CNCS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Mở rộng ASEAN → ASEAN-10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1984: Brunei
• 1995: Việt Nam (28/7/1995)
• 1997: Lào, Myanmar
• 1999: Campuchia
Hiệp ước TAC (1976): hòa bình, không can thiệp
AFTA (1992): khu vực thương mại tự do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Mở rộng ASEAN → ASEAN-10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1984: Brunei
• 1995: Việt Nam (28/7/1995)
• 1997: Lào, Myanmar
• 1999: Campuchia
Hiệp ước TAC (1976): hòa bình, không can thiệp
AFTA (1992): khu vực thương mại tự do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ASEAN ARF (1994): diễn đàn an ninh đa phương khu vực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40AF"/>
                </a:solidFill>
                <a:latin typeface="Calibri"/>
              </a:rPr>
              <a:t>Lịch sử 12 – Bài 4. ASEAN – Ra đời và phát triển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11274552" cy="7315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5783A"/>
                </a:solidFill>
                <a:latin typeface="Calibri"/>
              </a:rPr>
              <a:t>🔗 https://trangtu66.github.io/Taode_thi_online/su_cc_bai4_k12.html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Quét mã QR hoặc truy cập đường link để làm bài củng cố trực tuyến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📱 Làm bài trực tuyến – Kết quả ngay lập tức – Theo dõi tiến độ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