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6. Cách mạng tháng Tám 1945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T15-16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hoàn cảnh lịch sử và nguyên nhân thắng lợi CMTT1945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diễn biến chính của Tổng khởi nghĩa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ý nghĩa lịch sử CMTT1945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Hoàn cảnh và thời cơ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Nhật đầu hàng Đồng minh (15/8/1945) → khoảng trống quyền lực
• Hội nghị toàn quốc Đảng (Tân Trào, 13–15/8): lệnh Tổng khởi nghĩa
• Việt Minh lãnh đạo toàn dân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Hoàn cảnh và thời cơ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Nhật đầu hàng Đồng minh (15/8/1945) → khoảng trống quyền lực
• Hội nghị toàn quốc Đảng (Tân Trào, 13–15/8): lệnh Tổng khởi nghĩa
• Việt Minh lãnh đạo toàn dân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Thời cơ 'ngàn năm có một': Nhật bại trận, Pháp chưa quay lại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Diễn biến và 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19/8: Hà Nội khởi nghĩa
• 23/8: Huế
• 25/8: Sài Gòn; Bảo Đại thoái vị
• 2/9/1945: Hồ Chí Minh đọc Tuyên ngôn Độc lập → Nước VNDCCH ra đời
Ý nghĩa: phá xiềng xích thực dân 80 năm + phong kiến; nhân dân làm chủ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Diễn biến và 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19/8: Hà Nội khởi nghĩa
• 23/8: Huế
• 25/8: Sài Gòn; Bảo Đại thoái vị
• 2/9/1945: Hồ Chí Minh đọc Tuyên ngôn Độc lập → Nước VNDCCH ra đời
Ý nghĩa: phá xiềng xích thực dân 80 năm + phong kiến; nhân dân làm chủ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Bài học: phát huy sức mạnh toàn dân tộc, nắm bắt thời cơ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6. Cách mạng tháng Tám 1945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https://trangtu66.github.io/Taode_thi_online/su_cc_bai6_k12.html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