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7. Kháng chiến chống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nguyên nhân bùng nổ kháng chiến toàn quốc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các giai đoạn và chiến thắng chính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ý nghĩa chiến thắng Điện Biên Phủ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Đường lối kháng chiến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Toàn quốc kháng chiến 19/12/1946
• Đường lối: toàn dân, toàn diện, trường kỳ, tự lực cánh sinh
• Chiến thắng Việt Bắc 1947 → phá tan đánh nhanh thắng nhanh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Đường lối kháng chiến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Toàn quốc kháng chiến 19/12/1946
• Đường lối: toàn dân, toàn diện, trường kỳ, tự lực cánh sinh
• Chiến thắng Việt Bắc 1947 → phá tan đánh nhanh thắng nhanh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Căn cứ địa Việt Bắc là 'đầu não' của cuộc kháng chiến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Chiến thắng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Chiến dịch Biên giới 1950: giải phóng biên giới Việt–Trung
• Điện Biên Phủ (13/3–7/5/1954): 'lừng lẫy năm châu, chấn động địa cầu'
• Hiệp định Genève 21/7/1954: Pháp công nhận độc lập 3 nước ĐD; VN chia đôi tạm thời tại vĩ tuyến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Chiến thắng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Chiến dịch Biên giới 1950: giải phóng biên giới Việt–Trung
• Điện Biên Phủ (13/3–7/5/1954): 'lừng lẫy năm châu, chấn động địa cầu'
• Hiệp định Genève 21/7/1954: Pháp công nhận độc lập 3 nước ĐD; VN chia đôi tạm thời tại vĩ tuyến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Bài học: chiến tranh nhân dân, kết hợp quân sự – ngoại giao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7. Kháng chiến chống Pháp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https://trangtu66.github.io/Taode_thi_online/su_cc_bai7_k12.html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