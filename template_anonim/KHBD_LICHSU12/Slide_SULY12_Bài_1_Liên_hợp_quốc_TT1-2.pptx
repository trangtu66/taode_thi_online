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1. Liên hợp quốc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hoàn cảnh ra đời và mục đích của LHQ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Xác định cơ cấu tổ chức LHQ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LHQ trong quan hệ quốc tế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6148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Liên hệ Việt Nam trong LHQ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1. Liên hợp quốc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1. Liên hợp quốc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Hoàn cảnh ra đời LHQ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CTTG II kết thúc, Hội nghị SF 1945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51 quốc gia sáng lập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Mục tiêu: hòa bình &amp; hợp tác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Cơ cấu tổ chức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Đại Hội đồng – 193 thành viên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HĐBA – 5 thường trực (P5)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UNESCO, WHO, FAO, IMF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Nguyên tắc hoạt động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Bình đẳng chủ quyền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Không can thiệp nội bộ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Giải quyết hòa bình tranh chấp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Việt Nam &amp; LHQ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Gia nhập 20/9/1977 (thứ 149)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HĐBA 2008-2009, 2020-2021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Đóng góp tích cực, chủ động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Hoàn cảnh ra đời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Sau CTTG II, 24/10/1945, Hội nghị San Francisco
51 thành viên sáng lập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Hoàn cảnh ra đời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Sau CTTG II, 24/10/1945, Hội nghị San Francisco
51 thành viên sáng lập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Mục tiêu: duy trì hòa bình, thúc đẩy hợp tác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Cơ cấu tổ chức LHQ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Đại Hội đồng: 1 nước 1 phiếu
• HĐBA: 5 ủy viên thường trực
• Ban Thư ký, ICJ, WHO, UNESCO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Cơ cấu tổ chức LHQ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Đại Hội đồng: 1 nước 1 phiếu
• HĐBA: 5 ủy viên thường trực
• Ban Thư ký, ICJ, WHO, UNESCO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Việt Nam gia nhập LHQ: 20/9/1977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1. Liên hợp quốc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