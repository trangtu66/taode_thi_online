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9. Bảo vệ Tổ quốc sau 1975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T24-25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cuộc chiến bảo vệ biên giới Tây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cuộc chiến bảo vệ biên giới phía Bắc 1979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 của sự nghiệp bảo vệ Tổ quốc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Biên giới Tây Nam (1977–1979)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Pol Pot – Khmer Đỏ tấn công biên giới Tây Nam
• 7/1/1979: Việt Nam và MTDTCNCК lật đổ Pol Pot
• Chấm dứt nạn diệt chủng (1,5–2 triệu người)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Biên giới Tây Nam (1977–1979)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Pol Pot – Khmer Đỏ tấn công biên giới Tây Nam
• 7/1/1979: Việt Nam và MTDTCNCК lật đổ Pol Pot
• Chấm dứt nạn diệt chủng (1,5–2 triệu người)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Đây là hành động tự vệ chính đáng và tinh thần quốc tế cao cả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Biên giới phía Bắc (2/1979)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17/2/1979: Trung Quốc tấn công 6 tỉnh biên giới
• Quân dân Việt Nam kiên cường chiến đấu
• 3/1979: Trung Quốc rút quân
• 1991: bình thường hóa quan hệ Việt–Trung
Bài học: độc lập, tự chủ; bảo vệ toàn vẹn lãnh thổ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Biên giới phía Bắc (2/1979)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17/2/1979: Trung Quốc tấn công 6 tỉnh biên giới
• Quân dân Việt Nam kiên cường chiến đấu
• 3/1979: Trung Quốc rút quân
• 1991: bình thường hóa quan hệ Việt–Trung
Bài học: độc lập, tự chủ; bảo vệ toàn vẹn lãnh thổ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Chủ quyền biển đảo Hoàng Sa–Trường Sa là không thể tranh cãi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9. Bảo vệ Tổ quốc sau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https://trangtu66.github.io/Taode_thi_online/su_cc_bai9_k12.html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