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hyperlink" Target="https://trangtu66.github.io/Taode_thi_online/cc_bai6_t10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6. HỆ THỨC LƯỢNG TRONG TAM GIÁC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III. Hệ thức lượng trong tam giác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10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18 – 21 theo PPCT (T18 – T21)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định lí côsin, định lí sin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Nắm các công thức diện tích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tam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Đo khoảng cách không đến được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diện tích khu đất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Kiểm chứng lời giải của AI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THÁP RÙA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Không bơi ra tháp để đo được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Chỉ có dụng cụ đơn giản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Đo khoảng cách tới Tháp Rùa?</a:t>
            </a:r>
          </a:p>
        </p:txBody>
      </p:sp>
      <p:pic>
        <p:nvPicPr>
          <p:cNvPr id="9" name="Picture 8" descr="b6_thapru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310297"/>
            <a:ext cx="4389120" cy="30146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HĐ1: ĐƯỜNG ĐI CỦA TÀU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Hướng đông 20 km/h trong 1 giờ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Rẽ đông nam, đi tiếp 0,5 giờ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Tam giác không vuông: Pythagore?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Cần Pythagore cho tam giác bất kì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ĐỊNH LÍ CÔSIN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Thiết lập từ Hình 3.8 (HĐ2)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= 90°: trở thành định lí Pythagore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a² = b² + c² − 2bc·cos A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A=</m:t>
                    </m:r>
                    <m:f>
                      <m:fPr>
                        <m:type m:val="bar"/>
                      </m:fPr>
                      <m:num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b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a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2bc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779776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a² = b² + c² − 2bc·cos A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\cos\ A=\frac{b^2+c^2−a^2}{2bc}</a:t>
                </a:r>
              </a:p>
            </p:txBody>
          </p:sp>
        </mc:Fallback>
      </mc:AlternateContent>
      <p:pic>
        <p:nvPicPr>
          <p:cNvPr id="9" name="Picture 8" descr="b6_h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563586"/>
            <a:ext cx="4389120" cy="25080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 – VẬN DỤNG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AB = 5, AC = 8, A = 120°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BC² = 25 + 64 + 40 = 129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Tàu: AC² = 500 + 200√2 ⇒ AC ≈ 28 km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BC = √129 ≈ 11,36</a:t>
            </a:r>
          </a:p>
        </p:txBody>
      </p:sp>
      <p:pic>
        <p:nvPicPr>
          <p:cNvPr id="9" name="Picture 8" descr="b6_h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933700"/>
            <a:ext cx="4389120" cy="17678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ĐỊNH LÍ SIN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nhọn hay A tù: a = 2R·sin 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2: A = 135°, C = 15°, b = 12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 = 12√2;  c ≈ 6,21;  R =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=2R</m:t>
                    </m:r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8321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\frac{a}{\sin\ A}=\frac{b}{\sin\ B}=\frac{c}{\sin\ C}=2R</a:t>
                </a:r>
              </a:p>
            </p:txBody>
          </p:sp>
        </mc:Fallback>
      </mc:AlternateContent>
      <p:pic>
        <p:nvPicPr>
          <p:cNvPr id="9" name="Picture 8" descr="b6_h3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4156" y="4443984"/>
            <a:ext cx="3733208" cy="17739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GIẢI TAM GIÁC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22677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Hai cạnh và góc xen giữa: côsin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Ba cạnh: côsin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Một cạnh và hai góc: sin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Ví dụ 3: a ≈ 12,31;  b ≈ 9,14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13632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913632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Tìm góc từ sin: xét góc tù</a:t>
            </a:r>
          </a:p>
        </p:txBody>
      </p:sp>
      <p:pic>
        <p:nvPicPr>
          <p:cNvPr id="9" name="Picture 8" descr="b6_v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085073"/>
            <a:ext cx="4389120" cy="346509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4: ĐO TỚI THÁP RÙA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B1. Cắm cọc A, B; đo AB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B2. Tại A đo góc CAB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B3. Tại B đo góc CBA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B4.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AC=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AB·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B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B4. </a:t>
                </a:r>
                <a:r>
                  <a:rPr lang="vi-VN"/>
                  <a:t>AC=\frac{AB\cdot\sin\ B}{\sin\ C}</a:t>
                </a:r>
              </a:p>
            </p:txBody>
          </p:sp>
        </mc:Fallback>
      </mc:AlternateContent>
      <p:pic>
        <p:nvPicPr>
          <p:cNvPr id="9" name="Picture 8" descr="b6_h3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69888"/>
            <a:ext cx="4389120" cy="409546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CÔNG THỨC DIỆN TÍCH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p: nửa chu vi;  r: bán kính nội tiếp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212848"/>
            <a:ext cx="6400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2212848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bc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A=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abc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4R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=pr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Heron: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S=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p(p−a)(p−b)(p−c)</m:t>
                        </m:r>
                      </m:e>
                    </m:rad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2212848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S=\frac{1}{2}bc\sin\ A=\frac{abc}{4R}=pr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Heron: </a:t>
                </a:r>
                <a:r>
                  <a:rPr lang="vi-VN"/>
                  <a:t>S=\sqrt{p(p−a)(p−b)(p−c)}</a:t>
                </a:r>
              </a:p>
            </p:txBody>
          </p:sp>
        </mc:Fallback>
      </mc:AlternateContent>
      <p:pic>
        <p:nvPicPr>
          <p:cNvPr id="9" name="Picture 8" descr="b6_h3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050287"/>
            <a:ext cx="4389120" cy="353466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5 – VÍ DỤ 6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 = 4, b = 6, A = 150°:  </a:t>
                </a: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·6·4·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 = 13, b = 14, c = 15:  cos A = 0,6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sin A = 0,8 ⇒ S = 84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Heron: p = 21, S = √(21·8·7·6) = 84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 = 4, b = 6, A = 150°:  </a:t>
                </a:r>
                <a:r>
                  <a:rPr lang="vi-VN"/>
                  <a:t>S=\frac{1}{2}\cdot 6\cdot 4\cdot\sin\ 150^\circ=6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 = 13, b = 14, c = 15:  cos A = 0,6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sin A = 0,8 ⇒ S = 84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Heron: p = 21, S = √(21·8·7·6) = 84</a:t>
                </a:r>
              </a:p>
            </p:txBody>
          </p:sp>
        </mc:Fallback>
      </mc:AlternateContent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 3: CÔNG VIÊN HÒA BÌNH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1338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Chia ngũ giác thành 3 tam giác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mỗi tam giác bằng Heron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77977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7977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 ≈ 216 449 m² ≈ 21,6 ha</a:t>
            </a:r>
          </a:p>
        </p:txBody>
      </p:sp>
      <p:pic>
        <p:nvPicPr>
          <p:cNvPr id="9" name="Picture 8" descr="b6_h3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958340"/>
            <a:ext cx="4389120" cy="37185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BÀI 3.9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13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Góc BAC = 10°;  góc ABC = 40°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AC=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40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num>
                      <m:den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∘</m:t>
                            </m:r>
                          </m:sup>
                        </m:sSup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≈18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51</m:t>
                    </m:r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m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Góc BAC = 10°;  góc ABC = 40°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AC=\frac{5\sin\ 40^\circ}{\sin\ 10^\circ}\approx 18{,}51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m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054096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Tòa nhà cao 7 + AC·sin 40° ≈ 18,9 m</a:t>
            </a:r>
          </a:p>
        </p:txBody>
      </p:sp>
      <p:pic>
        <p:nvPicPr>
          <p:cNvPr id="9" name="Picture 8" descr="b6_h3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786833"/>
            <a:ext cx="4389120" cy="406157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LUYỆN TẬP: BÀI 3.8, 3.11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3.8: AB = 105 km, BC = 16 km, góc B = 110°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AC ≈ 111,5 km; hướng khoảng S62°E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3.11: AD ≈ 16,57 km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Đường mới ngắn hơn khoảng 9,43 km</a:t>
            </a:r>
          </a:p>
        </p:txBody>
      </p:sp>
      <p:pic>
        <p:nvPicPr>
          <p:cNvPr id="9" name="Picture 8" descr="b6_h3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481475"/>
            <a:ext cx="4389120" cy="467228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Tìm lỗi trong lời giải AI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cos 120° = 1/2 ⇒ BC = 7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AI: R = a : sin A =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 tù ⇒ BC lớn nhất: BC = √129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a : sin A = 2R ⇒ R = 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KĨ SƯ ĐO ĐẠC NHÍ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1: đo chiều cao cột cờ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Đề 2: đo diện tích bồn hoa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 mỗi đại lượng ít nhất 2 lần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Kiểm chứng GeoGebra, Google Maps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Nhận xét sai số, nộp 3–5 slide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Kèm Nhật ký sử dụng AI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17</a:t>
            </a:r>
          </a:p>
        </p:txBody>
      </p:sp>
      <p:pic>
        <p:nvPicPr>
          <p:cNvPr id="6" name="Picture 5" descr="b6_min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4056" y="1417320"/>
            <a:ext cx="8593408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10 · Bài 6. Hệ thức lượng trong tam giác          18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6_Toan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trangtu66.github.io/Taode_thi_online/cc_bai6_t10.html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