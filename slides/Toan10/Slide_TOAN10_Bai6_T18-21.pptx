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6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6. HỆ THỨC LƯỢNG TRONG TAM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18 – 21 theo PPCT (T18 – T21)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lí côsin, định lí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các công thức diện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Đo khoảng cách không đến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diện tích khu đất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bơi ra tháp để đo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dụng cụ đơn giản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Đo khoảng cách tới Tháp Rùa?</a:t>
            </a:r>
          </a:p>
        </p:txBody>
      </p:sp>
      <p:pic>
        <p:nvPicPr>
          <p:cNvPr id="9" name="Picture 8" descr="b6_thapr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0297"/>
            <a:ext cx="4389120" cy="3014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Hướng đông 20 km/h trong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không vuông: Pythagore?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Pythagore cho tam giác bất kì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LÍ CÔSIN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Thiết lập từ Hình 3.8 (HĐ2)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90°: trở thành định lí Pythagore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A=\frac{b^2+c^2-a^2}{2bc}</a:t>
                </a:r>
              </a:p>
            </p:txBody>
          </p:sp>
        </mc:Fallback>
      </mc:AlternateContent>
      <p:pic>
        <p:nvPicPr>
          <p:cNvPr id="9" name="Picture 8" descr="b6_h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63586"/>
            <a:ext cx="4389120" cy="2508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BC² = 25 + 64 + 40 = 129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Tàu: AC² = 500 + 200√2 ⇒ AC ≈ 28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BC = √129 ≈ 11,36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nhọn hay A tù: a = 2R·sin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12√2;  c ≈ 6,21;  R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=2R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\frac{a}{\sin\ A}=\frac{b}{\sin\ B}=\frac{c}{\sin\ C}=2R</a:t>
                </a:r>
              </a:p>
            </p:txBody>
          </p:sp>
        </mc:Fallback>
      </mc:AlternateContent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cạnh và góc xen giữa: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 cạnh: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cạnh và hai góc: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a ≈ 12,31;  b ≈ 9,14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góc từ sin: xét góc tù</a:t>
            </a:r>
          </a:p>
        </p:txBody>
      </p:sp>
      <p:pic>
        <p:nvPicPr>
          <p:cNvPr id="9" name="Picture 8" descr="b6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5073"/>
            <a:ext cx="4389120" cy="34650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Cắm cọc A, B; đo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Tại A đo góc CAB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Tại B đo góc CBA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AB·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:r>
                  <a:rPr lang="vi-VN"/>
                  <a:t>AC=\frac{AB\cdot\sin\ B}{\sin\ C}</a:t>
                </a:r>
              </a:p>
            </p:txBody>
          </p:sp>
        </mc:Fallback>
      </mc:AlternateContent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CÔNG THỨC DIỆN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nửa chu vi;  r: bán kính nội tiếp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=pr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p(p−a)(p−b)(p−c)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S=\frac{1}{2}bc\sin\ A=\frac{abc}{4R}=pr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:r>
                  <a:rPr lang="vi-VN"/>
                  <a:t>S=\sqrt{p(p-a)(p-b)(p-c)}</a:t>
                </a:r>
              </a:p>
            </p:txBody>
          </p:sp>
        </mc:Fallback>
      </mc:AlternateContent>
      <p:pic>
        <p:nvPicPr>
          <p:cNvPr id="9" name="Picture 8" descr="b6_h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50287"/>
            <a:ext cx="4389120" cy="3534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·6·4·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:r>
                  <a:rPr lang="vi-VN"/>
                  <a:t>S=\frac{1}{2}\cdot 6\cdot 4\cdot\sin\ 150^\circ=6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Chia ngũ giác thành 3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mỗi tam giác bằng Heron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≈ 216 449 m² ≈ 21,6 ha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AC=\frac{5\sin\ 40^\circ}{\sin\ 10^\circ}\approx 18{,}51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Tòa nhà cao 7 + AC·sin 40° ≈ 18,9 m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góc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AC ≈ 111,5 km; hướng khoảng S62°E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AD ≈ 16,57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Đường mới ngắn hơn khoảng 9,43 km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tù ⇒ BC lớn nhất: BC = √129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: sin A = 2R ⇒ R =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KĨ SƯ ĐO ĐẠC NHÍ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đo chiều cao cột cờ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đo diện tích bồn hoa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mỗi đại lượng ít nhất 2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GeoGebra, Google Maps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số,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17</a:t>
            </a:r>
          </a:p>
        </p:txBody>
      </p:sp>
      <p:pic>
        <p:nvPicPr>
          <p:cNvPr id="6" name="Picture 5" descr="b6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6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trangtu66.github.io/Taode_thi_online/cc_bai6_t10.html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