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trangtu66.github.io/Taode_thi_online/cc_chuong1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TẬP CUỐI CHƯƠNG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Mệnh đề và tập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9 theo PPCT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Hệ thống kiến thức Chương 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Xét đúng sai của mệnh đề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Phát biểu điều kiện cần,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tập hợp: Ven, trục số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Thực hiện các phép toán tập hợp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toán thực tiễn bằng Ven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VỊNH HẠ LONG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Khảo sát 1 410 khách ở Hạ Long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789 khách thăm động Thiên Cung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690 khách thăm đảo Titop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789 + 690 = 1 479 &gt; 1 410. Sai?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37511"/>
            <a:ext cx="4389120" cy="29602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CHƯƠNG 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4</a:t>
            </a:r>
          </a:p>
        </p:txBody>
      </p:sp>
      <p:pic>
        <p:nvPicPr>
          <p:cNvPr id="6" name="Picture 5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GHI NHỚ: MỆNH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⇒ Q chỉ sai khi P đúng, Q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đủ để có Q; Q cần để có 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⇔ Q: P ⇒ Q và Q ⇒ P đều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∀x ∈ X, P(x):  ∃x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∃x ∈ X, P(x):  ∀x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∀x ∈ X, P(x):  ∃x ∈ X, </a:t>
                </a:r>
                <a:r>
                  <a:rPr lang="vi-VN"/>
                  <a:t>P(x)̅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∃x ∈ X, P(x):  ∀x ∈ X, </a:t>
                </a:r>
                <a:r>
                  <a:rPr lang="vi-VN"/>
                  <a:t>P(x)̅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GHI NHỚ: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n(A ∪ B) = n(A) + n(B) − n(A ∩ 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12848"/>
            <a:ext cx="8686800" cy="2057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832104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∩ T = {x | x ∈ S và x ∈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∪ T = {x | x ∈ S hoặc x ∈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\ T = {x | x ∈ S và x ∉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 ⊂ S:  C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S</a:t>
            </a:r>
            <a:r>
              <a:rPr sz="2400" b="1">
                <a:solidFill>
                  <a:srgbClr val="991B1B"/>
                </a:solidFill>
                <a:latin typeface="Calibri"/>
              </a:rPr>
              <a:t>T = S \ 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1.17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Câu nào không là mệnh đề?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Tam giác đều: ba cạnh bằng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B. 3 &lt;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C. 4 − 5 =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D. Bạn học giỏi quá!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1.18: ĐỊNH LÍ P ⇒ Q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hai tam giác bằng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Q: diện tích bằng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P là điều kiện cần để có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B. P là điều kiện cần và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C. Q là điều kiện đủ để có 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D. P là điều kiện đủ để có Q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1.19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Mệnh đề nào đúng?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&gt;1⇒x&gt;−1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&gt;1⇒x&gt;1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x&gt;−1⇒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x&gt;1⇒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Mệnh đề nào đúng?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\forall x\in\mathbb{R},\ x^2&gt;1\Rightarrow x&gt;−1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\forall x\in\mathbb{R},\ x^2&gt;1\Rightarrow x&gt;1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\forall x\in\mathbb{R},\ x&gt;−1\Rightarrow x^2&gt;1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\forall x\in\mathbb{R},\ x&gt;1\Rightarrow x^2&gt;1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1.20 – 1.21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1.20. A = {a; b; c} có mấy tập con?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4     B. 6     C. 8     D. 10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1.21. Phần tô xám là tập nào?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A ∩ B   B. A \ B   C. A ∪ B   D. B \ A</a:t>
            </a:r>
          </a:p>
        </p:txBody>
      </p:sp>
      <p:pic>
        <p:nvPicPr>
          <p:cNvPr id="7" name="Picture 6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68024"/>
            <a:ext cx="4389120" cy="26991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ĐÁP ÁN TRẮC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2412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71323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Câu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Đáp án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Lí do chính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Câu cảm thán, không đúng/sai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Bằng nhau: đủ; cùng diện tích: cần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Phản ví dụ: x = −2 (A, B); x = 0 (C)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2³ = 8 tập con, kể cả ∅ và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Phần chung của A và 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1.24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A = {x ∈ ℕ | x &lt; 7};  B = {1; 2; 3; 6; 7; 8}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∪ B = {0; 1; 2; 3; 4; 5; 6; 7; 8}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∩ B = {1; 2; 3; 6}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\ B = {0; 4; 5}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1.25 – 1.26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118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1.25. A = [−2; 3],  B = (1;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A ∩ B = (1; 3];   B \ A = (3;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ℝ</a:t>
            </a:r>
            <a:r>
              <a:rPr sz="2200">
                <a:solidFill>
                  <a:srgbClr val="1E293B"/>
                </a:solidFill>
                <a:latin typeface="Calibri"/>
              </a:rPr>
              <a:t>B = (−∞; 1]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1.26. (−∞; 1) ∩ (0; +∞) = (0; 1)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(4; 7] ∪ (−1; 5) = (−1; 7]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(4; 7] \ (−3; 5] = (5; 7]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Chatbot AI trả lời: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(4; 7] \ (−3; 5] = [5; 7]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“∀x ∈ ℝ, x² &gt; 1 ⇒ x &gt; 1” đúng (x =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Đúng: (4; 7] \ (−3; 5] = (5; 7]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Mệnh đề sai: phản ví dụ x = −2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BÀI TẬP 1.27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A: thăm Thiên Cung;  B: thăm Titop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1 410 = 789 + 690 − n(A ∩ 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Số liệu đúng: 69 khách đếm hai lần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n(A ∩ B) = 69 khách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37511"/>
            <a:ext cx="4389120" cy="29602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điểm du lịch ở Gia Lai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đoạn giới thiệu, ghi nguồn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Tự đặt bài toán như 1.27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Giải bằng biểu đồ Ven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Ghi Nhật ký sử dụng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huong1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trangtu66.github.io/Taode_thi_online/cc_chuong1_t10.html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