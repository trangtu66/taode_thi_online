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trangtu66.github.io/Taode_thi_online/cc_cd1bai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HỆ PHƯƠNG TRÌNH BẬC NHẤT BA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Chuyên đề 1 – Bài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Chuyên đề học tập Toán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5 (chuyên đề)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hệ bậc nhất ba ẩn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dạng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phương pháp Gauss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số nghiệm của hệ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hệ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hệ giải bài toán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ÔNG AN ĐẦU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Ông An đầu tư 240 triệu vào 3 quỹ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Lãi suất: 3%, 4%, 7% một năm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Ngân hàng hơn trái phiếu 80 triệu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Tổng lãi năm đầu: 13,4 triệu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quỹ bao nhiêu tiền?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HỆ PHƯƠNG TRÌNH BẬC NHẤT BA ẨN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Nghiệm: bộ ba số 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z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Hệ gồm các phương trình như trên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Nghiệm của hệ: nghiệm chung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ax+by+cz=d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ax+by+cz=d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a, b, c không đồng thời bằng 0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2x+3y−5z=13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4x−2y−3z=3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−x+2y+4</m:t>
                            </m:r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=−1</m:t>
                            </m:r>
                          </m:e>
                        </m:eqAr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−2x+y+z=−3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5x+y−3z=16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x+2y=5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0391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Đâu là hệ bậc nhất ba ẩn?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\begin{cases}2x+3y−5z=13\\4x−2y−3z=3\\−x+2y+4z^2=−1\end{cases}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    b) </a:t>
                </a:r>
                <a:r>
                  <a:rPr lang="vi-VN"/>
                  <a:t>\begin{cases}−2x+y+z=−3\\5x+y−3z=16\\x+2y=5\end{cases}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850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850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a) chứa z²: không;  b) là hệ bậc nhất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(1; 2; −3) là nghiệm của hệ 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HỆ DẠNG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x+y−2z=4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−z=1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\begin{cases}x+y−2z=4\\3y+z=2\\−z=1\end{cases}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−1  ⇒  y = 1  ⇒ 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Giải từ dưới lên, thế ngược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Nghiệm: (1; 1; −1)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PHƯƠNG PHÁP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Nhân một phương trình với số ≠ 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Đổi vị trí hai phương trình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Cộng hai phương trình để khử ẩn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Đưa hệ về dạng tam giác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472" y="1463040"/>
            <a:ext cx="3707456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3: GIẢI BẰNG GAUSS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7x+3y+z=4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−5x+7y−2z=5</m:t>
                            </m:r>
                          </m:e>
                        </m:eqArr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−4y−6z=−10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−15z=−15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Khử x ở PT 2, 3; khử y ở PT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\begin{cases}x+y+z=2\\7x+3y+z=4\\−5x+7y−2z=5\end{cases}\Leftrightarrow\begin{cases}x+y+z=2\\−4y−6z=−10\\−15z=−15\end{cases}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z = 1,  y = 1, 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Nghiệm duy nhất: (0; 1; 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BA TRƯỜNG HỢP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Nghiệm duy nhất </a:t>
                </a:r>
                <a:r>
                  <a:rPr lang="vi-VN"/>
                  <a:t>\left(\frac{25}{37};\frac{55}{37};−\frac{2}{37}\right)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Xuất hiện 0z = −1: vô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c) Xuất hiện 0z = 0: vô số nghiệm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 = {(−2 − 2z; 5 + 5z; z) | z ∈ ℝ}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87951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87951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phương trình cuối để kết luận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TÌNH HUỐNG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x+y+z=240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−y+z=80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03x+0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04y+0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07z=13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eqAr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60603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x, y, z: tiền đầu tư ba quỹ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\begin{cases}x+y+z=240\\−y+z=80\\0{,}03x+0{,}04y+0{,}07z=13{,}4\end{cases}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⟶  0,05z = 7  ⇒  z = 140,  y = 60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251959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59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Tiền tệ 40 triệu; trái phiếu 60 triệu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Ngân hàng 140 triệu đồng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1: VĂN PHÒNG PHẨM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x+y+z=820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x−2y=10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−y+z=210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17296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Hà, Lan, Minh trả tổng 820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Lan ít hơn nửa của Hà 5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Minh hơn Lan 210 nghìn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\begin{cases}x+y+z=820\\x−2y=10\\−y+z=210\end{cases}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818888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18888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Lan 150 nghìn;  Minh 360 nghìn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MODE 5 → chọn 2 (hệ ba ẩn)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Nhập hệ số, ấn = để xem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No-Solution: hệ vô nghiệm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Infinite Sol: vô số nghiệm</a:t>
            </a:r>
          </a:p>
        </p:txBody>
      </p:sp>
      <p:pic>
        <p:nvPicPr>
          <p:cNvPr id="7" name="Picture 6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93836"/>
            <a:ext cx="4389120" cy="16475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DỤ: BẤM MÁY HĐ4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"/>
                      </m:dPr>
                      <m:e>
                        <m:eqArr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−2x−3y+z=5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2x+y+2z=−3</m:t>
                            </m:r>
                          </m:e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−x+2y−3z=2</m:t>
                            </m:r>
                          </m:e>
                        </m:eqAr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72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\begin{cases}−2x−3y+z=5\\2x+y+2z=−3\\−x+2y−3z=2\end{cases}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1181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1181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Nghiệm: </a:t>
                </a:r>
                <a:r>
                  <a:rPr lang="vi-VN"/>
                  <a:t>\left(−4;\ \frac{11}{7};\ \frac{12}{7}\right)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248" y="4215384"/>
            <a:ext cx="5389023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2: LOÀI NGUY CẤP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400 loài có nguy cơ tuyệt chủng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Thú, chim, cá chiếm 55%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Chim hơn cá 0,7%; cá hơn thú 1,5%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Thú 17,1%;  chim 19,3%;  cá 18,6%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bước sai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1: quên nhân vế phải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12y + 3z = 5 (đúng phải là 15)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Lời giải 2: 0z = 0 ⇒ “vô nghiệm”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0z = 0: hệ có vô số nghiệm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Thử lại nghiệm, bấm máy kiểm chứng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NHÀ: PHỐI TRỘN NPK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Cần 78,5 kg N; 63,5 kg P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5</a:t>
            </a:r>
            <a:r>
              <a:rPr sz="2200">
                <a:solidFill>
                  <a:srgbClr val="1E293B"/>
                </a:solidFill>
                <a:latin typeface="Calibri"/>
              </a:rPr>
              <a:t>; 68 kg K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2</a:t>
            </a:r>
            <a:r>
              <a:rPr sz="2200">
                <a:solidFill>
                  <a:srgbClr val="1E293B"/>
                </a:solidFill>
                <a:latin typeface="Calibri"/>
              </a:rPr>
              <a:t>O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Dùng NPK 16-16-8, 20-20-15, 15-5-20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Lập hệ, giải Gauss, bấm máy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Đáp số gợi ý: 100; 200; 150 kg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Tự đặt bài toán, số liệu thật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Nộp bảng tính và Nhật ký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17</a:t>
            </a:r>
          </a:p>
        </p:txBody>
      </p:sp>
      <p:pic>
        <p:nvPicPr>
          <p:cNvPr id="6" name="Picture 5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Chuyên đề 1 – Bài 1. Hệ phương trình bậc nhất ba ẩn         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D1_Bai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trangtu66.github.io/Taode_thi_online/cc_cd1bai1_t10.html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