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rangtu66.github.io/Taode_thi_online/cc_bai1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1. MỆNH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Mệnh đề và tập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5661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 – 4 theo PPCT (T1, T2, T3, T4)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mệnh đề, xét đúng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Phân biệt mệnh đề chứa biến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Lập mệnh đề phủ định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Mệnh đề kéo theo, đảo, tương đương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Phát biểu điều kiện cần, đủ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Dùng kí hiệu ∀, ∃ đúng cách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CÓ BAO NHIÊU CON VẬT?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Câu hỏi: có bao nhiêu con vật?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An: “Có 5 con vật”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Khoa: “Có 6 con vật”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Ai đúng? Câu hỏi có đúng/sai?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665" y="4169664"/>
            <a:ext cx="6916189" cy="20482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MỆNH ĐỀ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Khẳng định có tính đúng hoặc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Câu hỏi không là mệnh đề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Kí hiệu mệnh đề: P, Q, R, 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Mỗi mệnh đề: hoặc đúng, hoặc sai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thể vừa đúng vừa sai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1: CÂU NÀO LÀ MỆNH ĐỀ?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a) 3x² − 5x + 2 = 0 có nghiệm nguyên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b) 5 &lt; 7 − 3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c) Có mấy dấu hiệu đồng dạng?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d) Đấy là cách xử lí khôn ngoan!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Mệnh đề: a (đúng, x = 1), b (sai)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c, d không là mệnh đề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MỆNH ĐỀ CHỨA BIẾN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“n chia hết cho 2” (n ∈ ℕ)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Chưa xét được đúng hay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 = 5: mệnh đề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 = 10: mệnh đề đúng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Gọi là mệnh đề chứa biến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MỆNH ĐỀ PHỦ ĐỊNH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Thêm/bớt “không” hoặc “không phải”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Kí hiệu phủ định của P: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ba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13385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Thêm/bớt “không” hoặc “không phải”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Kí hiệu phủ định của P: </a:t>
                </a:r>
                <a:r>
                  <a:rPr lang="vi-VN"/>
                  <a:t>P̅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2779776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 đúng thì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ba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sai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 sai thì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ba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đúng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 đúng thì </a:t>
                </a:r>
                <a:r>
                  <a:rPr lang="vi-VN"/>
                  <a:t>P̅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sai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 sai thì </a:t>
                </a:r>
                <a:r>
                  <a:rPr lang="vi-VN"/>
                  <a:t>P̅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đúng</a:t>
                </a:r>
              </a:p>
            </p:txBody>
          </p:sp>
        </mc:Fallback>
      </mc:AlternateContent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598420"/>
            <a:ext cx="4389120" cy="2438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TẬP: MỆNH ĐỀ PHỦ ĐỊNH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677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P: “2022 chia hết cho 5”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ba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“2022 không chia hết cho 5”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Q: “2x + 1 &gt; 0 có nghiệm”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0" i="1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</m:ba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: “2x + 1 &gt; 0 vô nghiệm”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6771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P: “2022 chia hết cho 5”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P̅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“2022 không chia hết cho 5”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Q: “2x + 1 &gt; 0 có nghiệm”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Q̅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: “2x + 1 &gt; 0 vô nghiệm”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913632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ba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đúng;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</m:e>
                    </m:ba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sai (vì x = 0)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913632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lang="vi-VN"/>
                  <a:t>P̅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đúng; </a:t>
                </a:r>
                <a:r>
                  <a:rPr lang="vi-VN"/>
                  <a:t>Q̅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sai (vì x = 0)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MỆNH ĐỀ KÉO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“Nếu P thì Q”: P ⇒ Q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P: tam giác ABC vuông tại 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Q: AB² + AC² = BC²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 ⇒ Q chỉ sai khi: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 đúng và Q sai</a:t>
            </a:r>
          </a:p>
        </p:txBody>
      </p:sp>
      <p:pic>
        <p:nvPicPr>
          <p:cNvPr id="9" name="Picture 8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199916"/>
            <a:ext cx="4389120" cy="32354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ĐỊNH LÍ – ĐIỀU KIỆN CẦN, ĐỦ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Định lí thường có dạng P ⇒ Q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P: giả thiết;  Q: kết luận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tổng hai góc đối 180°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⇒ ABCD nội tiếp đường tròn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 là điều kiện đủ để có Q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Q là điều kiện cần để có P</a:t>
            </a:r>
          </a:p>
        </p:txBody>
      </p:sp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66900"/>
            <a:ext cx="4389120" cy="39014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MỆNH ĐỀ ĐẢO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Đảo của P ⇒ Q:  Q ⇒ 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Tam giác đều ⇒ tam giác cân: đúng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Tam giác cân ⇒ tam giác đều: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Phản ví dụ: cân, góc đỉnh 40°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Đảo của mệnh đề đúng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chưa chắc là mệnh đề đúng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5. MỆNH ĐỀ TƯƠNG ĐƯƠNG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P ⇔ Q đọc: P tương đương Q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là điều kiện cần và đủ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 khi và chỉ khi Q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 ⋮ 5 ⇔ tận cùng là 0,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 ⇔ Q đúng khi P ⇒ Q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và Q ⇒ P đều đúng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6. KÍ HIỆU ∀ VÀ 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∀: “với mọi”;   ∃: “tồn tại”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P: ∀x ∈ ℝ, x² ≥ 0  –  đúng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Q: ∃x ∈ ℚ, x² = 2  –  sai</a:t>
            </a:r>
          </a:p>
        </p:txBody>
      </p:sp>
      <p:pic>
        <p:nvPicPr>
          <p:cNvPr id="7" name="Picture 6" descr="rI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538303"/>
            <a:ext cx="10698480" cy="248801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PHỦ ĐỊNH MỆNH ĐỀ CHỨA ∀, 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“mọi” ↔ “có ít nhất một”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∃x ∈ ℝ, x² + 1 = 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Phủ định: ∀x ∈ ℝ, x² + 1 ≠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của ∀x ∈ X, P(x) là ∃x ∈ X,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P(x)</m:t>
                        </m:r>
                      </m:e>
                    </m:ba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của ∃x ∈ X, P(x) là ∀x ∈ X, </a:t>
                </a:r>
                <a14:m xmlns:m="http://schemas.openxmlformats.org/officeDocument/2006/math">
                  <m:oMath>
                    <m:bar>
                      <m:barPr>
                        <m:pos m:val="top"/>
                      </m:barPr>
                      <m:e>
                        <m:r>
                          <a:rPr lang="vi-VN" sz="2400" b="1" i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P(x)</m:t>
                        </m:r>
                      </m:e>
                    </m:ba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11430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của ∀x ∈ X, P(x) là ∃x ∈ X, </a:t>
                </a:r>
                <a:r>
                  <a:rPr lang="vi-VN"/>
                  <a:t>P(x)̅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Phủ định của ∃x ∈ X, P(x) là ∀x ∈ X, </a:t>
                </a:r>
                <a:r>
                  <a:rPr lang="vi-VN"/>
                  <a:t>P(x)̅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1.1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Câu nào là mệnh đề?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a) Trung Quốc đông dân nhất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b) Bạn học trường nào?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c) Không được làm việc riêng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d) Tôi sẽ sút trúng xà ngang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480560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Chỉ câu a) là mệnh đề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1.2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Xét tính đúng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a) π &gt; 10/3  → 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b) 3x + 7 = 0 có nghiệm  →  Đúng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c) ∃ số a: a + a = 0  →  Đúng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d) 2022 là hợp số  →  Đúng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480560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π ≈ 3,14 &lt; 3,33 ≈ 10/3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câu trả lời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Phủ định “mọi” thành “mọi … không”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Thuận đúng ⇒ đảo cũng đúng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Đổi chỗ điều kiện cần, đủ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Kiểm chứng bằng lập luận toán học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VỀ NHÀ: THÁM TỬ MỆNH ĐỀ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Sưu tầm 3 phát biểu trên mạng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Có dạng “nếu … thì”, “mọi”, “có”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Viết lại bằng ⇒, ∀, ∃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phủ định, kết luận đúng/sai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Làm poster hoặc 3–5 slide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Padlet kèm Nhật ký 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19</a:t>
            </a:r>
          </a:p>
        </p:txBody>
      </p:sp>
      <p:pic>
        <p:nvPicPr>
          <p:cNvPr id="6" name="Picture 5" descr="rI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1. Mệnh đề         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1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trangtu66.github.io/Taode_thi_online/cc_bai1_t10.html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