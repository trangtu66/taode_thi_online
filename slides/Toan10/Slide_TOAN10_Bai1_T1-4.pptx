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MỆNH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4 theo PPCT (T1, T2, T3, T4)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mệnh đề, xét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mệnh đề chứa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mệnh đề phủ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Mệnh đề kéo theo, đảo,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kí hiệu ∀, ∃ đúng cách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CÓ BAO NHIÊU CON VẬT?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hỏi: có bao nhiêu con vật?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An: “Có 5 con vật”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Khoa: “Có 6 con vật”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đúng? Câu hỏi có đúng/sai?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665" y="4169664"/>
            <a:ext cx="6916189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Khẳng định có tính đúng hoặc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hỏi không là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 mệnh đề: P, Q, R,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mệnh đề: hoặc đúng, hoặc sai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vừa đúng vừa sai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đề: a (đúng, x = 1), b (sai)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c, d không là mệnh đề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MỆNH ĐỀ CHỨA BIẾN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 chia hết cho 2” (n ∈ ℕ)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Chưa xét được đúng hay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5: mệnh đề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10: mệnh đề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Gọi là mệnh đề chứa biến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:r>
                  <a:rPr lang="vi-VN"/>
                  <a:t>P̅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98420"/>
            <a:ext cx="438912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:r>
                  <a:rPr lang="vi-VN"/>
                  <a:t>Q̅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MỆNH ĐỀ KÉO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“Nếu P thì Q”: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tam giác ABC vuông tại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AB² + AC² = BC²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⇒ Q chỉ sai khi: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đúng và Q sai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99916"/>
            <a:ext cx="4389120" cy="3235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– ĐIỀU KIỆN CẦN, ĐỦ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Định lí thường có dạng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giả thiết;  Q: kết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tổng hai góc đối 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⇒ ABCD nội tiếp đường tròn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là điều kiện đủ để có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 là điều kiện cần để có P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66900"/>
            <a:ext cx="438912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MỆNH ĐỀ ĐẢO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Đảo của P ⇒ Q:  Q ⇒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đều ⇒ tam giác cân: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cân ⇒ tam giác đều: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Phản ví dụ: cân, góc đỉnh 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Đảo của mệnh đề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chưa chắc là mệnh đề đúng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MỆNH ĐỀ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 ⇔ Q đọc: P tương đương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khi và chỉ khi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⋮ 5 ⇔ tận cùng là 0,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⇔ Q đúng khi P ⇒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và Q ⇒ P đều đúng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6. KÍ HIỆU ∀ VÀ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∀: “với mọi”;   ∃: “tồn tại”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∀x ∈ ℝ, x² ≥ 0  –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∃x ∈ ℚ, x² = 2  –  sai</a:t>
            </a:r>
          </a:p>
        </p:txBody>
      </p:sp>
      <p:pic>
        <p:nvPicPr>
          <p:cNvPr id="7" name="Picture 6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38303"/>
            <a:ext cx="10698480" cy="2488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PHỦ ĐỊNH MỆNH ĐỀ CHỨA ∀,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“mọi” ↔ “có ít nhất một”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∃x ∈ ℝ, x² + 1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định: ∀x ∈ ℝ, x² + 1 ≠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câu a) là mệnh đề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Xét tính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π &gt; 10/3  → 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3x + 7 = 0 có nghiệm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∃ số a: a + a = 0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2022 là hợp số  → 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π ≈ 3,14 &lt; 3,33 ≈ 10/3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 “mọi” thành “mọi … không”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Thuận đúng ⇒ đảo cũng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chỗ điều kiện cần, đủ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lập luận toán học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THÁM TỬ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Sưu tầm 3 phát biểu trên mạng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dạng “nếu … thì”, “mọi”, “có”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lại bằng ⇒, ∀, 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phủ định, kết luận đúng/sai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hoặc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Padlet kèm Nhật ký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19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