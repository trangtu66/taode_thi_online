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rangtu66.github.io/Taode_thi_online/cc_bai3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11 theo PPCT (T10, T11)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cặp số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trên mặt phẳng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kể bờ, không kể bờ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 đơn giản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hình vẽ bằng GeoGebra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RẠP CHIẾU PHIM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thu tối thiểu 20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Bán thế nào thì rạp bù lỗ?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614"/>
            <a:ext cx="4389120" cy="2912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 vé loại 1, y vé loại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50x + 100y ≥ 20 000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lỗ: 50x + 100y &lt; 20 000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ax + by ≤ c   (≥, &lt;, &gt;)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a, b không đồng thời bằng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4): 3 + 8 = 11 &gt; 5  → 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−1): −2 &lt; 5  → 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;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là nghiệm nếu ax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+ by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≤ c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Luôn có vô số nghiệm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PHÁT HIỆN: ĐƯỜNG THẲNG CHIA ĐÔI MẶT PHẲNG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d: 2x − y =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O, A, B:  2x − y &lt;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C, D:  2x − y &gt;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Cùng nửa mặt phẳng ⇒ cùng dấu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1545"/>
            <a:ext cx="4389120" cy="4432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CÁC BƯỚC 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Lấy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không thuộc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Tính ax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by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, so sánh với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Thỏa mãn: giữ nửa chứa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≠ 0: chọn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là gốc 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= 0: chọn (1; 0) hoặc (0;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x + y ≥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x + y = 100,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Thử O(0; 0): 0 ≥ 100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Gạch bỏ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không chứa O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1158"/>
            <a:ext cx="4389120" cy="43729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5x − 7y ≤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0 nên O nằm trên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thử O; chọn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5·0 − 7·1 = −7 &lt; 0: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chứa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19003"/>
            <a:ext cx="4389120" cy="39972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Luyện tập 2: 2x + y &lt; 200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(100; 0) và (0; 200)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0 &lt; 200 → giữ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bỏ bờ, vẽ nét đứt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kể bờ, vẽ nét liền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50x + 100y &lt; 20 000 ⇔ x + 2y &lt; 400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đoạn AB: hòa vốn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(150; 150): có lãi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Trong tam giác, bỏ AB: bù lỗ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72868"/>
            <a:ext cx="4389120" cy="2889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BẰNG GEOGEBRA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trực tiếp: x + y &gt;=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GeoGebra tô màu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SGK gạch bỏ phần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Vẽ tay trước, kiểm chứng sau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luận ngược chiều bất đẳng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thử nằm trên bờ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phân biệt kể bờ, không kể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Hỏi AI: x − 3y &gt; −3, rồi kiểm chứng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M(100; 40) → 180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+ 2y &lt; 200,  x ≥ 0,  y ≥ 0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CHI TIÊU TRONG NGÂN SÁCH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tình huống ở gia đình,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mua phân bón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giá thực tế,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BPT, vẽ miền nghiệm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3 phương án mua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kèm Nhật ký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16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