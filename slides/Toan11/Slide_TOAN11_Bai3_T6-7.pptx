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bai3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HÀM SỐ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6 – 7 theo PPCT (T6, T7)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bốn hàm số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Hàm số chẵn, lẻ, tuần hoàn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Vẽ và đọc đồ thị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tập xác định, tập giá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chu kì, khoảng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NHỊP THỞ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Vận tốc luồng khí: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v=0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chu kì hô hấp bao lâu?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phút thở bao nhiêu nhịp?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Vận tốc luồng khí: </a:t>
                </a:r>
                <a:r>
                  <a:rPr lang="vi-VN"/>
                  <a:t>v=0{,}85\sin\ \frac{\pi t}{3}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chu kì hô hấp bao lâu?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phút thở bao nhiêu nhịp?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Khi nào hít vào, thở 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 HÀM SỐ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sin x,  y = cos x:  D =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tan x:  D = ℝ \ {π/2 + kπ | k ∈ ℤ}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cot x:  D = ℝ \ {kπ | k ∈ ℤ}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Ví dụ: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xác định khi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Ví dụ: </a:t>
                </a:r>
                <a:r>
                  <a:rPr lang="vi-VN"/>
                  <a:t>y=\frac{1}{\cos\ 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xác định khi </a:t>
                </a:r>
                <a:r>
                  <a:rPr lang="vi-VN"/>
                  <a:t>x\ne\frac{\pi}{2}+k\pi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6476"/>
            <a:ext cx="4389120" cy="4422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HÀM SỐ CHẴN, HÀM SỐ LẺ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Chẵn: f(−x) = f(x), đối xứng qua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Lẻ: f(−x) = −f(x), đối xứng qua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f(x) = x sin x là hàm chẵn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kiện: ∀x ∈ D thì −x ∈ D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393"/>
            <a:ext cx="4389120" cy="2912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HÀM SỐ TUẦN HOÀN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x, cos x: chu kì 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tan x, cot x: chu kì 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chu kì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x, cos x: chu kì 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tan x, cot x: chu kì 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y=A\sin\ \omega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chu kì </a:t>
                </a:r>
                <a:r>
                  <a:rPr lang="vi-VN"/>
                  <a:t>T=\frac{2\pi}{|\omega|}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 + T) = f(x),  ∀x ∈ D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kì: số T dương nhỏ nhất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ĐỒ THỊ HÀM SỐ y = sin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(−π/2 + k2π; π/2 + k2π)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(π/2 + k2π; 3π/2 + k2π)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giá trị [−1; 1]; lẻ; chu kì 2π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26" y="3602736"/>
            <a:ext cx="102150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lin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phút: 60 : 6 = 10 chu kì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Hít vào: 0 &lt; t &lt; 3;  thở ra: 3 &lt; t &lt;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T=\frac{2\pi}{\pi/3}=6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phút: 60 : 6 = 10 chu kì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Hít vào: 0 &lt; t &lt; 3;  thở ra: 3 &lt; t &lt;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hô hấp: 6 giây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ĐỒ THỊ HÀM SỐ y = cos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(−π + k2π; k2π)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(k2π; π + k2π)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giá trị [−1; 1]; chẵn; chu kì 2π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09" y="3602736"/>
            <a:ext cx="9573301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ĐỒ THỊ HÀM SỐ y = tan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ℝ \ {π/2 + kπ}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giá trị: ℝ; hàm số lẻ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 trên (−π/2 + kπ; π/2 + kπ)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π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70905"/>
            <a:ext cx="4389120" cy="2693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ĐỒ THỊ HÀM SỐ y = cot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ℝ \ {kπ}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giá trị: ℝ; hàm số lẻ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 trên (kπ; π + kπ)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π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76449"/>
            <a:ext cx="4389120" cy="2282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+ cos x “không chẵn nên lẻ”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tan x đồng biến trên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chẵn chưa chắc là lẻ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π/4 = 1 &gt; −1 = tan 3π/4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DAO ĐỘNG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x(t) = −5cos 4πt (cm)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5cos(4πt + π):  A = 5 cm,  φ = π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Pha tại t = 2: 9π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= 1/2 giây ⇒ 4 dao động trong 2 giây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NHIỆT ĐỘ TRONG NGÀY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 nhiệt độ theo giờ trong ngày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Ghi nguồn số liệu chính thống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hàm số trên Desmos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T(t)=a+b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π(t−c)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chu kì, nhiệt độ cao, thấp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 nhiệt độ theo giờ trong ngày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Ghi nguồn số liệu chính thống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hàm số trên Desmos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T(t)=a+b\sin\ \frac{\pi(t−c)}{12}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chu kì, nhiệt độ cao, thấp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15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