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bai2_t11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CÔNG THỨC LƯỢNG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Hàm số lượng giác và phương trình lượng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11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4 – 5 theo PPCT (T4, T5)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Nhớ và dùng công thức cộng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Công thức nhân đôi, hạ bậc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Biến đổi tích thành tổng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Biến đổi tổng thành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giá trị, rút gọn biểu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sóng âm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ÂM KẾT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Âm kết hợp: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t+5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phải sóng hình sin không?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Âm kết hợp: </a:t>
                </a:r>
                <a:r>
                  <a:rPr lang="vi-VN"/>
                  <a:t>f(t)=5\sin\ t+5\cos\ 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phải sóng hình sin không?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Biên độ có bằng 5 + 5 = 10?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780" y="3602736"/>
            <a:ext cx="6537960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KIỂM CHỨNG MỘT NHẬN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An: “cos(a + b) = cos a + cos b”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(a+b)=−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nhưng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b=1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An: “cos(a + b) = cos a + cos b”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a=b=\frac{\pi}{3}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 </a:t>
                </a:r>
                <a:r>
                  <a:rPr lang="vi-VN"/>
                  <a:t>\cos\ (a+b)=−\frac{1}{2}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nhưng </a:t>
                </a:r>
                <a:r>
                  <a:rPr lang="vi-VN"/>
                  <a:t>\cos\ a+\cos\ b=1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cos(a + b) ≠ cos a + cos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CÔNG THỨC CỘNG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6060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b∓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(a±b)=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b±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a+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a−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6060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(a\pm b)=\cos\ a\cos\ b\mp\sin\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(a\pm b)=\sin\ a\cos\ b\pm\cos\ a\sin\ b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(a+b)=\frac{\tan\ a+\tan\ b}{1-\tan\ a\tan\ b}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(a-b)=\frac{\tan\ a-\tan\ b}{1+\tan\ a\tan\ b}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−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\cos\ 75^\circ=\cos\ (45^\circ+30^\circ)=\frac{\sqrt{6}-\sqrt{2}}{4}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\frac{\pi}{12}=\tan\ \left(\frac{\pi}{3}-\frac{\pi}{4}\right)=2-\sqrt{3}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Tách thành tổng, hiệu góc đặc biệt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 và Vận dụng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sepChr m:val="+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2 và Vận dụng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x+\cos\ x=\sqrt{2}\sin\ \left(x+\frac{\pi}{4}\right)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f(t)=5\sqrt{2}\sin\ \left(t+\frac{\pi}{4}\right)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Biên độ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k=5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≈7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pha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φ=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Biên độ </a:t>
                </a:r>
                <a:r>
                  <a:rPr lang="vi-VN"/>
                  <a:t>k=5\sqrt{2}\approx 7{,}07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pha </a:t>
                </a:r>
                <a:r>
                  <a:rPr lang="vi-VN"/>
                  <a:t>\varphi=\frac{\pi}{4}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CÔNG THỨC NHÂN ĐÔI, HẠ BẬC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Hạ bậc: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2a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8412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Hạ bậc: </a:t>
                </a:r>
                <a:r>
                  <a:rPr lang="vi-VN"/>
                  <a:t>\cos^2a=\frac{1+\cos\ 2a}{2}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 </a:t>
                </a:r>
                <a:r>
                  <a:rPr lang="vi-VN"/>
                  <a:t>\sin^2a=\frac{1-\cos\ 2a}{2}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487167"/>
            <a:ext cx="8686800" cy="187451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487167"/>
                <a:ext cx="8321040" cy="18745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a−1=1−2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487167"/>
                <a:ext cx="8321040" cy="187451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2a=2\sin\ a\cos\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2a=\cos^2a-\sin^2a=2\cos^2a-1=1-2\sin^2a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2a=\frac{2\tan\ a}{1-\tan^2a}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 – 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4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&lt;a&lt;π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a&gt;0⇒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2a=2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2+</m:t>
                            </m:r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49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\cos\ a=−\frac{1}{3}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</a:t>
                </a:r>
                <a:r>
                  <a:rPr lang="vi-VN"/>
                  <a:t>\frac{\pi}{2}&lt;a&lt;\pi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a&gt;0\Rightarrow\sin\ a=\frac{2\sqrt{2}}{3}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2a=2\sin\ a\cos\ a=−\frac{4\sqrt{2}}{9}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2: </a:t>
                </a:r>
                <a:r>
                  <a:rPr lang="vi-VN"/>
                  <a:t>\cos\ \frac{\pi}{8}=\frac{\sqrt{2+\sqrt{2}}}{2}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TÍCH THÀNH TỔNG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7711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Ví dụ: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77114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Ví dụ: </a:t>
                </a:r>
                <a:r>
                  <a:rPr lang="vi-VN"/>
                  <a:t>\cos\ 75^\circ\cos\ 15^\circ=\frac{1}{2}(\cos\ 60^\circ+\cos\ 90^\circ)=\frac{1}{4}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417064"/>
            <a:ext cx="8686800" cy="224028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417064"/>
                <a:ext cx="8321040" cy="2240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(a−b)+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(a+b)]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417064"/>
                <a:ext cx="8321040" cy="224028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a\cos\ b=\frac{1}{2}[\cos\ (a-b)+\cos\ (a+b)]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a\sin\ b=\frac{1}{2}[\cos\ (a-b)-\cos\ (a+b)]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a\cos\ b=\frac{1}{2}[\sin\ (a-b)+\sin\ (a+b)]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TỔNG THÀNH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8686800" cy="2910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910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v=−2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u+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u−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v=2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u+v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u−v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914400" y="1508760"/>
                <a:ext cx="8321040" cy="2910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u+\cos\ v=2\cos\ \frac{u+v}{2}\cos\ \frac{u-v}{2}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u-\cos\ v=-2\sin\ \frac{u+v}{2}\sin\ \frac{u-v}{2}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u+\sin\ v=2\sin\ \frac{u+v}{2}\cos\ \frac{u-v}{2}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2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u-\sin\ v=2\cos\ \frac{u+v}{2}\sin\ \frac{u-v}{2}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A=\sin\ \frac{\pi}{9}-\sin\ \frac{4\pi}{9}+\sin\ \frac{7\pi}{9}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=2\sin\ \frac{4\pi}{9}\cos\ \frac{\pi}{3}-\sin\ \frac{4\pi}{9}=0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Ghép cặp để dùng tổng thành tích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5x−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4x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\cos\ 75^\circ=\frac{\sqrt{6}+\sqrt{2}}{4}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\sin\ 5x-\sin\ 3x=2\sin\ 4x\cos\ x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và 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4x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Bấm máy thử để kiểm chứng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62102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Đúng: </a:t>
                </a:r>
                <a:r>
                  <a:rPr lang="vi-VN"/>
                  <a:t>\frac{\sqrt{6}-\sqrt{2}}{4}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và  </a:t>
                </a:r>
                <a:r>
                  <a:rPr lang="vi-VN"/>
                  <a:t>2\cos\ 4x\sin\ x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Bấm máy thử để kiểm chứng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ÂM THANH BÀN PHÍM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Phím 4: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770 Hz,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1209 Hz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(1540πt)+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(2418πt)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Phím 4: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1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770 Hz, f</a:t>
                </a:r>
                <a:r>
                  <a:rPr sz="2400" b="1" baseline="-25000">
                    <a:solidFill>
                      <a:srgbClr val="1E40AF"/>
                    </a:solidFill>
                    <a:latin typeface="Calibri"/>
                  </a:rPr>
                  <a:t>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= 1209 Hz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y=\sin\ (1540\pi t)+\sin\ (2418\pi 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(1979πt)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(439πt)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y=2\sin\ (1979\pi t)\cos\ (439\pi t)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60164"/>
            <a:ext cx="4389120" cy="29149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3 phím số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 sóng âm từng phím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Biến đổi về dạng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đồ thị trên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hiểu hiện tượng phách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kèm Nhật ký sử dụng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16</a:t>
            </a:r>
          </a:p>
        </p:txBody>
      </p:sp>
      <p:pic>
        <p:nvPicPr>
          <p:cNvPr id="6" name="Picture 5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11 · Bài 2. Công thức lượng giác         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