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trangtu66.github.io/Taode_thi_online/cc_bai4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4. PHƯƠNG TRÌNH LƯỢNG GIÁC CƠ BẢN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Hàm số lượng giác và phương trình lượng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8 – 9 theo PPCT (T8, T9)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phương trình tương đương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Công thức nghiệm sin x = m, cos x = 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Công thức nghiệm tan x = m, cot x = 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góc bằng máy tính cầm tay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phương trình đưa về cơ bản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thực tiễn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BẮN PHÁO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Pháo bắn với vận tốc v</a:t>
            </a:r>
            <a:r>
              <a:rPr sz="2400" b="1" baseline="-25000">
                <a:solidFill>
                  <a:srgbClr val="1E40AF"/>
                </a:solidFill>
                <a:latin typeface="Calibri"/>
              </a:rPr>
              <a:t>0</a:t>
            </a:r>
            <a:r>
              <a:rPr sz="2400" b="1">
                <a:solidFill>
                  <a:srgbClr val="1E40AF"/>
                </a:solidFill>
                <a:latin typeface="Calibri"/>
              </a:rPr>
              <a:t> không đổi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12848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Góc nào để đạn bay xa nhất?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03348"/>
            <a:ext cx="4389120" cy="2828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PHƯƠNG TRÌNH TƯƠNG ĐƯƠNG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2x + 6 = 0 và (x + 3)² = 0: tương đương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không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Hai phương trình vô nghiệm: tương đương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2x + 6 = 0 và (x + 3)² = 0: tương đương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\frac{x−1}{x+1}=0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x^2−1=0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không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Hai phương trình vô nghiệm: tương đương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Tương đương: cùng tập nghiệm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PHƯƠNG TRÌNH sin x =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Trong [0; 2π): x = π/6;  x = 5π/6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Trong [0; 2π): x = π/6;  x = 5π/6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x=\frac{\pi}{6}+k2\pi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x=\frac{5\pi}{6}+k2\pi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Nghiệm: giao của y = 1/2 và y = sin x</a:t>
            </a:r>
          </a:p>
        </p:txBody>
      </p:sp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15865"/>
            <a:ext cx="4389120" cy="42035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CÔNG THỨC NGHIỆM sin x = 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x = 0 ⇔ x = kπ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x=1⇔x=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x=−1⇔x=−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x = 0 ⇔ x = kπ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x=1\Leftrightarrow x=\frac{\pi}{2}+k2\pi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x=−1\Leftrightarrow x=−\frac{\pi}{2}+k2\pi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8686800" cy="10667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10667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|m| &gt; 1: vô nghiệm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α⇔x=α+k2π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x=π−α+k2π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10667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|m| &gt; 1: vô nghiệm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x=\sin\ \alpha\Leftrightarrow x=\alpha+k2\pi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:r>
                  <a:rPr lang="vi-VN"/>
                  <a:t>x=\pi−\alpha+k2\pi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 – VÍ DỤ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2x = sin(60° − 3x)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⇔ x = 12° + k72° hoặc x = −120° + k360°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x=−\frac{\sqrt{3}}{2}\Leftrightarrow x=−\frac{\pi}{3}+k2\pi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x=\frac{4\pi}{3}+k2\pi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2x = sin(60° − 3x)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⇔ x = 12° + k72° hoặc x = −120° + k360°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Đơn vị độ: dùng 180° − α và k360°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Tầm xa: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2α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Lớn nhất khi sin 2α = 1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Tầm xa: </a:t>
                </a:r>
                <a:r>
                  <a:rPr lang="vi-VN"/>
                  <a:t>x=\frac{v_0^2\sin\ 2\alpha}{g}\le\frac{v_0^2}{g}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Lớn nhất khi sin 2α = 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α = π/4, tức góc bắn 45°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500273"/>
            <a:ext cx="4389120" cy="26346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PHƯƠNG TRÌNH cos x = 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x=0⇔x=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cos x = 1 ⇔ x = k2π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cos x = −1 ⇔ x = π + k2π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\cos\ x=0\Leftrightarrow x=\frac{\pi}{2}+k\pi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cos x = 1 ⇔ x = k2π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cos x = −1 ⇔ x = π + k2π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|m| &gt; 1: vô nghiệm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α⇔x=±α+k2π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|m| &gt; 1: vô nghiệm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x=\cos\ \alpha\Leftrightarrow x=\pm\alpha+k2\pi</a:t>
                </a:r>
              </a:p>
            </p:txBody>
          </p:sp>
        </mc:Fallback>
      </mc:AlternateContent>
      <p:pic>
        <p:nvPicPr>
          <p:cNvPr id="9" name="Picture 8" descr="rId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60358"/>
            <a:ext cx="4389120" cy="45145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 – VÍ DỤ 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⇔x=±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cos 2x = cos(45° − x)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⇔ x = 15° + k120° hoặc x = −45° + k360°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\cos\ x=−\frac{\sqrt{3}}{2}\Leftrightarrow x=\pm\frac{5\pi}{6}+k2\pi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cos 2x = cos(45° − x)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⇔ x = 15° + k120° hoặc x = −45° + k360°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α ∈ [0; π] khi dùng cos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PHƯƠNG TRÌNH tan x = m, cot x = 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Luôn có nghiệm với mọi 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Luôn có nghiệm với mọi 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\tan\ x=−\sqrt{3}\Leftrightarrow x=−\frac{\pi}{3}+k\pi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\cot\ x=−\sqrt{3}\Leftrightarrow x=−\frac{\pi}{6}+k\pi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α⇔x=α+kπ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α⇔x=α+kπ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x=\tan\ \alpha\Leftrightarrow x=\alpha+k\pi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\cot\ x=\cot\ \alpha\Leftrightarrow x=\alpha+k\pi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5. DÙNG MÁY TÍNH CẦM TAY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SHIFT MODE 3: độ;  SHIFT MODE 4: rađian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Dùng phím sin⁻¹, cos⁻¹, tan⁻¹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sin α = 0,58 ⇒ α ≈ 35°27′ ≈ 0,6187 rad</a:t>
            </a:r>
          </a:p>
        </p:txBody>
      </p:sp>
      <p:pic>
        <p:nvPicPr>
          <p:cNvPr id="9" name="Picture 8" descr="rId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03704"/>
            <a:ext cx="10698480" cy="26132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sin x = 1/2 ⇔ x = π/6 + kπ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cos x = −1/2, chọn α = −π/3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cos x = −1/2 ⇔ x = ±2π/3 + k2π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:r>
                  <a:rPr lang="vi-VN"/>
                  <a:t>x=\frac{\pi}{6}+k2\pi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:r>
                  <a:rPr lang="vi-VN"/>
                  <a:t>x=\frac{5\pi}{6}+k2\pi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cos x = −1/2 ⇔ x = ±2π/3 + k2π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PHA MẶT TRĂNG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F=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α)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 = 0: α = 0° hoặc 360° (trăng mới)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 = 0,5: α = 90° hoặc 270°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 = 1: α = 180° (trăng tròn)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F=\frac{1}{2}(1−\cos\ \alpha)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 = 0: α = 0° hoặc 360° (trăng mới)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 = 0,5: α = 90° hoặc 270°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 = 1: α = 180° (trăng tròn)</a:t>
                </a:r>
              </a:p>
            </p:txBody>
          </p:sp>
        </mc:Fallback>
      </mc:AlternateContent>
      <p:pic>
        <p:nvPicPr>
          <p:cNvPr id="7" name="Picture 6" descr="rId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056794"/>
            <a:ext cx="4389120" cy="15216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TIA NƯỚC TƯỚI CÂY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95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Đặt vòi nghiêng 45°, đo tầm xa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Ước lượng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từ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2α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Tìm góc để nước chạm gốc cây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Thử lại, giải thích sai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Quay video, nộp kèm Nhật ký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Tiết kiệm nước khi làm thí nghiệm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95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Đặt vòi nghiêng 45°, đo tầm xa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Ước lượng </a:t>
                </a:r>
                <a:r>
                  <a:rPr lang="vi-VN"/>
                  <a:t>\frac{v_0^2}{g}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từ </a:t>
                </a:r>
                <a:r>
                  <a:rPr lang="vi-VN"/>
                  <a:t>L=\frac{v_0^2\sin\ 2\alpha}{g}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Tìm góc để nước chạm gốc cây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Thử lại, giải thích sai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Quay video, nộp kèm Nhật ký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Tiết kiệm nước khi làm thí nghiệm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16</a:t>
            </a:r>
          </a:p>
        </p:txBody>
      </p:sp>
      <p:pic>
        <p:nvPicPr>
          <p:cNvPr id="6" name="Picture 5" descr="rI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4. Phương trình lượng giác cơ bản         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4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trangtu66.github.io/Taode_thi_online/cc_bai4_t11.html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