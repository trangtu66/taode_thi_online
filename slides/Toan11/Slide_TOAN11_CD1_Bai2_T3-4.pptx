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cd1bai2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PHÉP TỊNH TIẾN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1. Phép biến hình phẳng – Bài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3 – 4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tịnh tiến, vectơ tịnh tiến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Viết biểu thức tọa độ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Nắm tính chất bảo toàn khoảng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ảnh điểm, đường thẳng, đường tròn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Ứng dụng lát gạch, hoa văn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ĐỘI HÌNH DIỄU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Diễu hành: mỗi bước tiến đều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Hai người dịch chuyển ra sao?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Khoảng cách giữa họ có đổi?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Liên quan gì tới Toán học?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177864"/>
            <a:ext cx="4389120" cy="32795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PHÉP TỊNH TIẾN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Các vectơ dịch chuyển bằng nhau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limUp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li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phép đồng nhất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limUp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li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biến M′ thành 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Các vectơ dịch chuyển bằng nhau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T_{\vec{0}}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phép đồng nhất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T_{−\vec{u}}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biến M′ thành M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limUp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lim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(M)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\overrightarrow{MM'}=\vec{u}\Leftrightarrow M'=T_{\vec{u}}(M)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56370"/>
            <a:ext cx="4389120" cy="21224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THỨC TỌA ĐỘ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1: A(1; 2) ↦ A′(2; 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=(1;3)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Hùng: tịnh tiến 30 cm hướng đông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1: A(1; 2) ↦ A′(2; 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\vec{u}=\overrightarrow{AA'}=(1;3)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Hùng: tịnh tiến 30 cm hướng đông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=(a;b)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 M(x; y) ↦ M′(x + a; y + b)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\vec{u}=(a;b)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 M(x; y) ↦ M′(x + a; y + b)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TÍNH CHẤT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Đoạn thẳng, tam giác ↦ hình bằng nó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tròn ↦ đường tròn cùng bán kính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thẳng ↦ song song hoặc trùng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M′N′ = MN: bảo toàn khoảng cách</a:t>
            </a:r>
          </a:p>
        </p:txBody>
      </p:sp>
      <p:pic>
        <p:nvPicPr>
          <p:cNvPr id="9" name="Picture 8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733" y="4169664"/>
            <a:ext cx="8724053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limUp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BM</m:t>
                            </m:r>
                          </m:e>
                          <m:li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tam giác BMP ↦ MCN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limUp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BP</m:t>
                            </m:r>
                          </m:e>
                          <m:li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tam giác BMP ↦ PNA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T_{\overrightarrow{BM}}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tam giác BMP ↦ MCN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T_{\overrightarrow{BP}}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tam giác BMP ↦ PNA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Tìm ảnh của từng đỉnh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121577"/>
            <a:ext cx="4389120" cy="33920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(C):(x−1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+(y+2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=(3;4)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Tâm I(1; −2) ↦ I′(4;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Bán kính giữ nguyên: R =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(C):(x−1)^2+(y+2)^2=25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:r>
                  <a:rPr lang="vi-VN"/>
                  <a:t>\vec{u}=(3;4)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Tâm I(1; −2) ↦ I′(4;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Bán kính giữ nguyên: R =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):(x−4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+(y−2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(C'):(x−4)^2+(y−2)^2=25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LÁT GẠCH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Lưới gạch biến thành chính nó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Không đổi hướng các tam giác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Bài 1.5: vectơ tịnh tiến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Lưới gạch biến thành chính nó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Không đổi hướng các tam giác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Bài 1.5: vectơ tịnh tiến </a:t>
                </a:r>
                <a:r>
                  <a:rPr lang="vi-VN"/>
                  <a:t>3\vec{u}+\vec{v}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Xanh ↦ xanh;  đỏ ↦ đỏ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28825"/>
            <a:ext cx="4389120" cy="35775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e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=(−1;−3)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bán kính mới R′ = 5 + 5 = 10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\vec{u}=\overrightarrow{A'A}=(−1;−3)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bán kính mới R′ = 5 + 5 = 10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=(1;3)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B′(1; 4)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Tịnh tiến giữ nguyên bán kính: R′ = 5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\vec{u}=\overrightarrow{AA'}=(1;3)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B′(1; 4)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Tịnh tiến giữ nguyên bán kính: R′ = 5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HOA VĂN THỔ CẨM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hoa văn thổ cẩm Tây Nguyên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Vẽ họa tiết cơ sở trên GeoGebra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Tịnh tiến theo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lưới 3 ×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Chỉ ra vectơ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+n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Nộp tệp, thuyết minh, Nhật ký 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hoa văn thổ cẩm Tây Nguyên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Vẽ họa tiết cơ sở trên GeoGebra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Tịnh tiến theo </a:t>
                </a:r>
                <a:r>
                  <a:rPr lang="vi-VN"/>
                  <a:t>\vec{u}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\vec{v}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lưới 3 ×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Chỉ ra vectơ </a:t>
                </a:r>
                <a:r>
                  <a:rPr lang="vi-VN"/>
                  <a:t>m\vec{u}+n\vec{v}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Nộp tệp, thuyết minh, Nhật ký AI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12</a:t>
            </a:r>
          </a:p>
        </p:txBody>
      </p:sp>
      <p:pic>
        <p:nvPicPr>
          <p:cNvPr id="6" name="Picture 5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2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trangtu66.github.io/Taode_thi_online/cc_cd1bai2_t11.html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