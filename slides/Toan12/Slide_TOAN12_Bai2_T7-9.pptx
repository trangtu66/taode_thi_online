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2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GTLN VÀ GTNN CỦA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7 – 9 theo PPCT (T7, T8, T9)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định nghĩa GTLN, GTNN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bằng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quy tắc 3 bước trên đoạn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tối ưu thực tiễn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bằng đồ thị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HỘP GIẤY LỚN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Tấm bìa vuông cạnh 60 cm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Cắt 4 góc vuông, gập thành hộp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Cắt bao nhiêu để hộp to nhất?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11562"/>
            <a:ext cx="4389120" cy="2212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NGHĨA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3]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3 tại x = 3;  min = −1 tại x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:r>
                  <a:rPr lang="vi-VN"/>
                  <a:t>f(x)=x^2−2x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3]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3 tại x = 3;  min = −1 tại x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f(x)≤M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∀x ∈ 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và tồn tại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∈ D: f(x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 = 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M=\underset{D}{\mathrm{max}}f(x)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f(x)\le M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∀x ∈ 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và tồn tại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∈ D: f(x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 = M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12029"/>
            <a:ext cx="4389120" cy="42111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LƯU Ý: PHẢI TỒN TẠI X₀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g(x) = x² trên (0; 1): g(x) &lt;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có 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để g(x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có GTLN, GTNN trên (0;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trên (0;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y=x−2+\frac{1}{x}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trên (0;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y'=1−\frac{1}{x^2}=0\Leftrightarrow x=1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min y = y(1) = 0;  không có GTLN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864" y="4151375"/>
            <a:ext cx="5309791" cy="2066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V(x) = (60 − 2x)²·x,   0 &lt; x &lt;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V′(x) = 12x² − 480x + 3600 = 0 ⇔ x =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Cắt hình vuông cạnh 10 cm: V = 16 000 cm³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26" y="3602736"/>
            <a:ext cx="6719467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QUY TẮC TRÊN ĐOẠN [A; B]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i</a:t>
            </a:r>
            <a:r>
              <a:rPr sz="2400">
                <a:solidFill>
                  <a:srgbClr val="1E293B"/>
                </a:solidFill>
                <a:latin typeface="Calibri"/>
              </a:rPr>
              <a:t> ∈ (a; b):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i</a:t>
            </a:r>
            <a:r>
              <a:rPr sz="2400">
                <a:solidFill>
                  <a:srgbClr val="1E293B"/>
                </a:solidFill>
                <a:latin typeface="Calibri"/>
              </a:rPr>
              <a:t>), f(a), f(b)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So sánh: số lớn nhất, nhỏ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Trên đoạn luôn có GTLN, GTNN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166" y="1463040"/>
            <a:ext cx="4052067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VÍ DỤ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4]: max = 195, min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2π]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√2 tại π/4;  min = −√2 tại 5π/4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y=x^4−4x^2+3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4]: max = 195, min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y=\sin\ x+\cos\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2π]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√2 tại π/4;  min = −√2 tại 5π/4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lấy nghiệm thuộc (a; 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y′ = 6x² − 6x + 5 &gt; 0: đồng biến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 = y(0) = 2;   max = y(2) = 16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y=(x+1)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[−1; 1]: max = 1, min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y′ = 6x² − 6x + 5 &gt; 0: đồng biến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 = y(0) = 2;   max = y(2) = 16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y=(x+1)e^{−x}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[−1; 1]: max = 1, min = 0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dùng cả x = 3 ∉ [−2; 2]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không cực đại ⇒ không GTLN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Loại nghiệm ngoài đoạn: min = −17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cả đầu mút: max = 10/3 tại x =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LÂY LAN DỊCH BỆNH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N(t)=−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+12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0 ≤ t ≤ 12 (trăm người)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N′(t) = 0 ⇔ t = 8:  N(8) = 256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 lớn nhất tại t = 4:  N′(4) = 48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N(t)=−t^3+12t^2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0 ≤ t ≤ 12 (trăm người)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N′(t) = 0 ⇔ t = 8:  N(8) = 256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 lớn nhất tại t = 4:  N′(4) = 48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Tối đa 25 600 người, tuần thứ 8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Lây nhanh nhất vào tuần thứ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bài toán tối ưu ở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rào vườn cà phê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hàm số, giải bằng đạo hàm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bằng đồ thị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poster/slide, Nhật ký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14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