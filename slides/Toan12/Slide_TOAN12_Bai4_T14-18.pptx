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78" r:id="rId29"/>
    <p:sldId id="262" r:id="rId13"/>
    <p:sldId id="263" r:id="rId14"/>
    <p:sldId id="277" r:id="rId28"/>
    <p:sldId id="264" r:id="rId15"/>
    <p:sldId id="265" r:id="rId16"/>
    <p:sldId id="276" r:id="rId27"/>
    <p:sldId id="266" r:id="rId17"/>
    <p:sldId id="267" r:id="rId18"/>
    <p:sldId id="275" r:id="rId26"/>
    <p:sldId id="268" r:id="rId19"/>
    <p:sldId id="274" r:id="rId25"/>
    <p:sldId id="269" r:id="rId20"/>
    <p:sldId id="273" r:id="rId24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1.xml"/><Relationship Id="rId25" Type="http://schemas.openxmlformats.org/officeDocument/2006/relationships/slide" Target="slides/slide19.xml"/><Relationship Id="rId26" Type="http://schemas.openxmlformats.org/officeDocument/2006/relationships/slide" Target="slides/slide17.xml"/><Relationship Id="rId27" Type="http://schemas.openxmlformats.org/officeDocument/2006/relationships/slide" Target="slides/slide14.xml"/><Relationship Id="rId28" Type="http://schemas.openxmlformats.org/officeDocument/2006/relationships/slide" Target="slides/slide11.xml"/><Relationship Id="rId29" Type="http://schemas.openxmlformats.org/officeDocument/2006/relationships/slide" Target="slides/slide8.xml"/><Relationship Id="rId3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4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KHẢO SÁT VÀ VẼ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14 – 18 theo PPCT (T14 – T18)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9502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Nắm sơ đồ khảo sát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bậc ba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Nhận biết tâm, trục đối xứng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thích hiện tượng thực tiễn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9502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Nắm sơ đồ khảo sát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bậc ba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:r>
                  <a:rPr lang="vi-VN"/>
                  <a:t>y=\frac{ax+b}{cx+d}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:r>
                  <a:rPr lang="vi-VN"/>
                  <a:t>y=\frac{ax^2+bx+c}{px+q}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Nhận biết tâm, trục đối xứng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thích hiện tượng thực tiễn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CHI PHÍ TRUNG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Chi phí trung bình: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theo x?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Chi phí trung bình: </a:t>
                </a:r>
                <a:r>
                  <a:rPr lang="vi-VN"/>
                  <a:t>f(x)=\frac{2x+45}{x}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theo x?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quy trình khảo sát đầy đủ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08274"/>
            <a:ext cx="4389120" cy="38186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SƠ ĐỒ KHẢO SÁT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2. Tính y′, xét dấu, tìm cực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giới hạn, tiệm cận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 Vẽ đồ thị: giao trục, đối xứng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y = X² − 4X + 3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y=x^2−4x+3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y = X² − 4X + 3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= 2x − 4 = 0 ⇔ x =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 (−∞; 2), đồng biến (2;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Cực tiểu tại x = 2: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  <a:r>
              <a:rPr sz="2400">
                <a:solidFill>
                  <a:srgbClr val="1E293B"/>
                </a:solidFill>
                <a:latin typeface="Calibri"/>
              </a:rPr>
              <a:t> = −1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Parabol nhận x = 2 làm trục đối xứng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6421"/>
            <a:ext cx="4389120" cy="43623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BẬC BA – 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y=−x^3+3x^2−4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BẬC BA – 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y′ = −3x² + 6x = 0 ⇔ x = 0 hoặc x =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x = 0: y = −4;  CĐ tại x = 2: y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trục: (0; −4), (−1; 0), 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y=−x^3+3x^2−4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y′ = −3x² + 6x = 0 ⇔ x = 0 hoặc x =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x = 0: y = −4;  CĐ tại x = 2: y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trục: (0; −4), (−1; 0), 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72465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I(1; −2)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766" y="1463040"/>
            <a:ext cx="3948867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HÀM SỐ BẬC BA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&gt; 0: nhánh phải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= 0 có 2 nghiệm: có 2 cực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không đổi dấu: không có cực trị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xứng: hoành độ thỏa y″ = 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Hàm bậc ba: không có tiệm cận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BÀI 1.21A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y=−2x^3+3x^2−5x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y=−x^3+3x+1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BÀI 1.21A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&lt; 0, nghịch biến trên 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I(1/2; −2)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CT (−1; −1), CĐ (1; 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I(0; 1)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y=−2x^3+3x^2−5x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&lt; 0, nghịch biến trên 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I(1/2; −2)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y=−x^3+3x+1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CT (−1; −1), CĐ (1; 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I(0; 1)</a:t>
                </a:r>
              </a:p>
            </p:txBody>
          </p:sp>
        </mc:Fallback>
      </mc:AlternateContent>
      <p:pic>
        <p:nvPicPr>
          <p:cNvPr id="7" name="Picture 6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28912"/>
            <a:ext cx="4389120" cy="43774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HÀM PHÂN THỨC BẬC NHẤT TRÊN BẬC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nghịch biến từng khoảng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TCĐ x = 2;  TCN y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3: </a:t>
                </a:r>
                <a:r>
                  <a:rPr lang="vi-VN"/>
                  <a:t>y=\frac{x+1}{x−2}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y'=−\frac{3}{(x−2)^2}&lt;0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nghịch biến từng khoảng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TCĐ x = 2;  TCN y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I(2; 1)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Trục đối xứng: hai phân giác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18420"/>
            <a:ext cx="4389120" cy="3798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trung bình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khi x tăng?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trung bình </a:t>
                </a:r>
                <a:r>
                  <a:rPr lang="vi-VN"/>
                  <a:t>f(x)=\frac{2x+45}{x}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khi x tăng?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x ≥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f′(x) &lt; 0: chi phí giảm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f(x)=2+\frac{45}{x}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x ≥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f′(x) &lt; 0: chi phí giảm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\underset{x\to+\infty}{\mathrm{lim}}f(x)=2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2: luôn trên 2 triệu đồng</a:t>
            </a:r>
          </a:p>
        </p:txBody>
      </p:sp>
      <p:pic>
        <p:nvPicPr>
          <p:cNvPr id="9" name="Picture 8" descr="rId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1162"/>
            <a:ext cx="4389120" cy="36529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HÀM PHÂN THỨC BẬC HAI TRÊN BẬC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8105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−x−1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x = 1: y = 1;  CT tại x = 3: y = 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2;  TCX y = x + 1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8105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Ví dụ 4: </a:t>
                </a:r>
                <a:r>
                  <a:rPr lang="vi-VN"/>
                  <a:t>y=\frac{x^2−x−1}{x−2}=x+1+\frac{1}{x−2}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x = 1: y = 1;  CT tại x = 3: y = 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2;  TCX y = x + 1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4564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I(2; 3)</a:t>
            </a:r>
          </a:p>
        </p:txBody>
      </p:sp>
      <p:pic>
        <p:nvPicPr>
          <p:cNvPr id="9" name="Picture 8" descr="rId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763" y="1463040"/>
            <a:ext cx="421087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y=x−\frac{2}{x+1}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:r>
                  <a:rPr lang="vi-VN"/>
                  <a:t>y=−x+1+\frac{1}{x−2}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619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&gt; 0, không cực trị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−1;  TCX y = x;  tâm I(−1; −1)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LT3: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tâm I(2; −1)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619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y=x−\frac{2}{x+1}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&gt; 0, không cực trị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−1;  TCX y = x;  tâm I(−1; −1)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LT3: </a:t>
                </a:r>
                <a:r>
                  <a:rPr lang="vi-VN"/>
                  <a:t>y=−x+1+\frac{1}{x−2}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tâm I(2; −1)</a:t>
                </a:r>
              </a:p>
            </p:txBody>
          </p:sp>
        </mc:Fallback>
      </mc:AlternateContent>
      <p:pic>
        <p:nvPicPr>
          <p:cNvPr id="7" name="Picture 6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7748"/>
            <a:ext cx="4389120" cy="40597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CĐ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=0&lt;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y=x^3−3x^2+4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y_{CĐ}=0&lt;y_{CT}=4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y=\frac{2x−1}{x+1}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CĐ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0 &lt;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CT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y=x^3−3x^2+4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CĐ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0 &lt;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CT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y=\frac{2x−1}{x+1}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lại dấu y′: CĐ (0; 4), CT (2; 0)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 y = 2;  tâm I(−1;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Bể có 200 lít nước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phút thêm 40 lít nước, 20 g chất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Nồng độ f(t) thay đổi thế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vượt 0,5 g/lít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Bể 200 lít, mỗi phút thêm 40 lít, 20 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200+40t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2t+10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f′(t) &gt; 0: nồng độ tăng dần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Bể 200 lít, mỗi phút thêm 40 lít, 20 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f(t)=\frac{20t}{200+40t}=\frac{t}{2t+10}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f′(t) &gt; 0: nồng độ tăng dần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 y = 0,5: không vượt 0,5 g/lít</a:t>
            </a:r>
          </a:p>
        </p:txBody>
      </p:sp>
      <p:pic>
        <p:nvPicPr>
          <p:cNvPr id="9" name="Picture 8" descr="rId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924"/>
            <a:ext cx="4389120" cy="3115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pha loãng dung dịch KOH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điện trở mắc song song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chi phí sơ chế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Khảo sát, vẽ đồ thị trên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23</a:t>
            </a:r>
          </a:p>
        </p:txBody>
      </p:sp>
      <p:pic>
        <p:nvPicPr>
          <p:cNvPr id="6" name="Picture 5" descr="rI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