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3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3. ĐƯỜNG TIỆM CẬN CỦA ĐỒ THỊ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10 – 13 theo PPCT (T10 – T13)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456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tiệm cận ngang, đứng, xiên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tiệm cận bằng giới hạn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tiệm cận xiên của phân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thích ý nghĩa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CHẤT PHÓNG XẠ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m(t)=15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(gam)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thay đổi ra sao?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t rất lớn thì sao?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m(t)=15e^{-0{,}012t}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(gam)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thay đổi ra sao?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t rất lớn thì sao?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Đồ thị tiến sát một đường thẳng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62588"/>
            <a:ext cx="4389120" cy="231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TIỆM CẬN NGANG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Đường thẳng y =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:r>
                  <a:rPr lang="vi-VN"/>
                  <a:t>MH=\frac{1}{x}\to 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Đường thẳng y =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\underset{x\to+\infty}{\mathrm{lim}}f(x)=y_0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\underset{x\to-\infty}{\mathrm{lim}}f(x)=y_0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277" y="3877056"/>
            <a:ext cx="6102966" cy="2340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3x−2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hai TCN y = 1, y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y=\frac{3x-2}{x+1}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y=\frac{\sqrt{x^2+1}}{x}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hai TCN y = 1, y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1: </a:t>
                </a:r>
                <a:r>
                  <a:rPr lang="vi-VN"/>
                  <a:t>y=\frac{2x-1}{x-1}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9663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Chia tử, mẫu cho x, lấy giới hạn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8340" y="1463040"/>
            <a:ext cx="428572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m(t)=0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giảm dần về 0, luôn dương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\underset{t\to+\infty}{\mathrm{lim}}m(t)=0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giảm dần về 0, luôn dương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TCN: trục Ot (y = 0)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62588"/>
            <a:ext cx="4389120" cy="2310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TIỆM CẬN ĐỨNG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HĐ2: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3: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−2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HĐ2: </a:t>
                </a:r>
                <a:r>
                  <a:rPr lang="vi-VN"/>
                  <a:t>\frac{x}{x-1}\to+\infty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 1^+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3: </a:t>
                </a:r>
                <a:r>
                  <a:rPr lang="vi-VN"/>
                  <a:t>y=\frac{3-x}{x+2}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−2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</a:t>
                </a:r>
                <a:r>
                  <a:rPr lang="vi-VN"/>
                  <a:t>y=\frac{x^2+2}{x}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4169663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f(x)=±∞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f(x)=±∞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4169663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 x_0^+}{\mathrm{lim}}f(x)=\pm\infty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\underset{x\to x_0^-}{\mathrm{lim}}f(x)=\pm\infty</a:t>
                </a:r>
              </a:p>
            </p:txBody>
          </p:sp>
        </mc:Fallback>
      </mc:AlternateContent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74570"/>
            <a:ext cx="4389120" cy="36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LOẠI BỎ TẢO ĐỘC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C(p)=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45p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100−p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(triệu đồng),  0 ≤ p &lt; 100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C(p)=+∞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p = 100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C(p)=\frac{45p}{100-p}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(triệu đồng),  0 ≤ p &lt; 100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\underset{p\to 100^-}{\mathrm{lim}}C(p)=+\infty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p = 100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thể loại bỏ hoàn toàn tảo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Càng gần 100%, chi phí càng lớn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TIỆM CẬN XIÊN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HĐ3: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f(x)−(x−1)=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5: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TCX y = x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HĐ3: </a:t>
                </a:r>
                <a:r>
                  <a:rPr lang="vi-VN"/>
                  <a:t>f(x)-(x-1)=\frac{2}{x+1}\to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5: </a:t>
                </a:r>
                <a:r>
                  <a:rPr lang="vi-VN"/>
                  <a:t>y=x+\frac{1}{x+2}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TCX y = x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[f(x)−(ax+b)]=0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a ≠ 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a=lim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b=lim[f(x)−ax]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\underset{x\to\pm\infty}{\mathrm{lim}}[f(x)-(ax+b)]=0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a ≠ 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a=\lim\frac{f(x)}{x}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:r>
                  <a:rPr lang="vi-VN"/>
                  <a:t>b=\lim[f(x)-ax]</a:t>
                </a:r>
              </a:p>
            </p:txBody>
          </p:sp>
        </mc:Fallback>
      </mc:AlternateContent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773" y="1463040"/>
            <a:ext cx="388885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6: CHIA ĐA THỨC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lim[f(x)−(x−2)]=0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y=\frac{x^2-x+2}{x+1}=x-2+\frac{4}{x+1}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\lim[f(x)-(x-2)]=0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TCX: y = x − 2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Mẹo: chia đa thức lấy phần nguyên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TCĐ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=2x−3+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TCĐ x = −2,  TCX y = 2x − 3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y=\frac{3-x}{2x+1}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</a:t>
                </a:r>
                <a:r>
                  <a:rPr lang="vi-VN"/>
                  <a:t>y=−\frac{1}{2}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TCĐ </a:t>
                </a:r>
                <a:r>
                  <a:rPr lang="vi-VN"/>
                  <a:t>x=−\frac{1}{2}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y=\frac{2x^2+x-1}{x+2}=2x-3+\frac{5}{x+2}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TCĐ x = −2,  TCX y = 2x − 3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TCĐ x = 1 và x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TCX của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y = 2x + 5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y=\frac{x-1}{x^2-1}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TCĐ x = 1 và x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TCX của </a:t>
                </a:r>
                <a:r>
                  <a:rPr lang="vi-VN"/>
                  <a:t>\frac{2x^2+x-1}{x+2}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y = 2x + 5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x→1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⇒ x = 1 không là TCĐ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Tính lại b = −3:  TCX y = 2x − 3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 1}{\mathrm{lim}}y=\frac{1}{2}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⇒ x = 1 không là TCĐ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Tính lại b = −3:  TCX y = 2x − 3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LÒ SẤY CÀ PHÊ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cố định 120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Sấy mỗi tấn: 1,5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5x+120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tìm TCN, TCĐ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Thu số liệu cơ sở địa phương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Kiểm chứng bằng lệnh Asymptote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cố định 120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Sấy mỗi tấn: 1,5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f(x)=\frac{1{,}5x+120}{x}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tìm TCN, TCĐ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Thu số liệu cơ sở địa phương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Kiểm chứng bằng lệnh Asymptote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14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3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trangtu66.github.io/Taode_thi_online/cc_bai3_t12.html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