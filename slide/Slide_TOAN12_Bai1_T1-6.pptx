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3" r:id="rId34"/>
    <p:sldId id="261" r:id="rId12"/>
    <p:sldId id="262" r:id="rId13"/>
    <p:sldId id="263" r:id="rId14"/>
    <p:sldId id="282" r:id="rId33"/>
    <p:sldId id="264" r:id="rId15"/>
    <p:sldId id="281" r:id="rId32"/>
    <p:sldId id="265" r:id="rId16"/>
    <p:sldId id="266" r:id="rId17"/>
    <p:sldId id="267" r:id="rId18"/>
    <p:sldId id="268" r:id="rId19"/>
    <p:sldId id="280" r:id="rId31"/>
    <p:sldId id="269" r:id="rId20"/>
    <p:sldId id="279" r:id="rId30"/>
    <p:sldId id="270" r:id="rId21"/>
    <p:sldId id="278" r:id="rId29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1_t12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TÍNH ĐƠN ĐIỆU VÀ CỰC TRỊ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6 theo PPCT (T1 – T6)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đồng biến, nghịch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dấu đạo hàm xét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cực trị của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cực trị từ đồ thị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chuyển động, dân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ĐIỂM CHUYỂN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biết khi nào s(t) tăng, giảm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97311"/>
            <a:ext cx="10698480" cy="1992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TÍNH ĐƠN ĐIỆU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đồ thị đi lên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đồ thị đi xuống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)&lt;f(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)&gt;f(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:r>
                  <a:rPr lang="vi-VN"/>
                  <a:t>x_1&lt;x_2\Rightarrow f(x_1)&lt;f(x_2)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:r>
                  <a:rPr lang="vi-VN"/>
                  <a:t>x_1&lt;x_2\Rightarrow f(x_1)&gt;f(x_2)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10" y="4059936"/>
            <a:ext cx="82505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5</a:t>
            </a:r>
          </a:p>
        </p:txBody>
      </p:sp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khoảng đồng biến, nghịch biến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y=x^3−3x^2+2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khoảng đồng biến, nghịch biến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ĐIỆU VÀ DẤU CỦA ĐẠO HÀM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:r>
                  <a:rPr lang="vi-VN"/>
                  <a:t>y=x^2−4x+2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y'=2x−4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(x)&lt;0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f'(x)&gt;0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f'(x)&lt;0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BƯỚC XÉT TÍNH ĐƠN ĐIỆU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f′(x);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Kết luận khoảng đồng biến, nghịch biến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đơn điệu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Tập xác định? Dấu của y′?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đơn điệu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y=\frac{x^2−2x+5}{x−1}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Tập xác định? Dấu của y′?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trái?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v(t) = s′(t)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trái?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v(t) = s′(t)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CỰC TRỊ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CĐ</a:t>
            </a:r>
            <a:r>
              <a:rPr sz="2400">
                <a:solidFill>
                  <a:srgbClr val="1E293B"/>
                </a:solidFill>
                <a:latin typeface="Calibri"/>
              </a:rPr>
              <a:t>,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CĐ tại x = 0; CT tại x = ±1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&lt;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&gt;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34" y="1463040"/>
            <a:ext cx="420713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VỀ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f'(x_0)=0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− sang +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+ sang −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</a:t>
            </a:r>
          </a:p>
        </p:txBody>
      </p:sp>
      <p:pic>
        <p:nvPicPr>
          <p:cNvPr id="9" name="Picture 8" descr="rI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60" y="4059936"/>
            <a:ext cx="44644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BƯỚC TÌM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f′(x),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Suy ra các cực trị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y=x^3−6x^2+9x+30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y=\frac{x^2−2x+9}{x−2}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y=\frac{x+1}{x−1}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y=\frac{−x^2+2x−1}{x+2}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</a:t>
                </a:r>
                <a:r>
                  <a:rPr lang="vi-VN"/>
                  <a:t>(−\infty;1)\cup(1;+\infty)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VẬT NÉM LÊN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vật lên cao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Độ cao lớn nhất bằng bao nhiêu?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h(t)=2+24{,}5t−4{,}9t^2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vật lên cao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Độ cao lớn nhất bằng bao nhiêu?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dân số thị trấn N(t)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doanh số logistic f(t)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3: tự đề xuất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đạo hàm, vẽ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27</a:t>
            </a:r>
          </a:p>
        </p:txBody>
      </p:sp>
      <p:pic>
        <p:nvPicPr>
          <p:cNvPr id="6" name="Picture 5" descr="rI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trangtu66.github.io/Taode_thi_online/cc_bai1_t12.html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h(t)=2+24{,}5t−4{,}9t^2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Cao nhất tại t = 2,5 s: h = 32,625 m</a:t>
            </a:r>
          </a:p>
        </p:txBody>
      </p:sp>
      <p:pic>
        <p:nvPicPr>
          <p:cNvPr id="9" name="Picture 8" descr="rId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y′ không đổi dấu qua 0: không cực trị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nghịch biến trên từng khoảng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:r>
                  <a:rPr lang="vi-VN"/>
                  <a:t>x=\pm\frac{\sqrt{6}}{2}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có thể lớn hơn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</a:p>
        </p:txBody>
      </p:sp>
      <p:pic>
        <p:nvPicPr>
          <p:cNvPr id="9" name="Picture 8" descr="rId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3877056"/>
            <a:ext cx="9807755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y=\frac{x^2−2x+9}{x−2}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y=\frac{x+1}{x−1}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:r>
                  <a:rPr lang="vi-VN"/>
                  <a:t>y'=\frac{−2}{(x−1)^2}&lt;0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:r>
                  <a:rPr lang="vi-VN"/>
                  <a:t>y=\frac{ax+b}{cx+d}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−12x+9=0⇔x=1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y=x^3−6x^2+9x+30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y'=3x^2−12x+9=0\Leftrightarrow 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CĐ tại x = 1: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  <a:r>
              <a:rPr sz="2400" b="1">
                <a:solidFill>
                  <a:srgbClr val="991B1B"/>
                </a:solidFill>
                <a:latin typeface="Calibri"/>
              </a:rPr>
              <a:t> = 34;   CT tại x = 3: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= 30</a:t>
            </a:r>
          </a:p>
        </p:txBody>
      </p:sp>
      <p:pic>
        <p:nvPicPr>
          <p:cNvPr id="9" name="Picture 8" descr="rI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18" y="3602736"/>
            <a:ext cx="8838284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(t)=3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−18t+15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v(t)=s'(t)=3t^2−18t+15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Sang phải: 0 &lt; t &lt; 1 và t &gt; 5;  sang trái: 1 &lt; t &lt; 5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34" y="3564635"/>
            <a:ext cx="8967051" cy="26532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y=\frac{x^2−2x+5}{x−1}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y'=\frac{x^2−2x−3}{(x−1)^2}=0\Leftrightarrow x=−1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Đồng biến: (−∞; −1), (3; +∞);  nghịch biến: (−1; 1), (1; 3)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35" y="4113274"/>
            <a:ext cx="8818049" cy="21046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y=x^3−3x^2+2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Fallback>
      </mc:AlternateContent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