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6" r:id="rId27"/>
    <p:sldId id="268" r:id="rId19"/>
    <p:sldId id="275" r:id="rId26"/>
    <p:sldId id="269" r:id="rId20"/>
    <p:sldId id="274" r:id="rId25"/>
    <p:sldId id="270" r:id="rId21"/>
    <p:sldId id="273" r:id="rId24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chuong1_t10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9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Xét đúng sai của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tập hợp: Ven, trục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Thực hiện các phép toán tập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toán thực tiễn bằng 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VỊNH HẠ 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Khảo sát 1 410 khách ở Hạ Long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789 khách thăm động Thiên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690 khách thăm đảo Titop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789 + 690 = 1 479 &gt; 1 410. 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4</a:t>
            </a:r>
          </a:p>
        </p:txBody>
      </p:sp>
      <p:pic>
        <p:nvPicPr>
          <p:cNvPr id="6" name="Picture 5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⇒ Q chỉ sai khi P đúng, Q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đủ để có Q; Q cần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⇔ Q: P ⇒ Q và Q ⇒ P đều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n(A ∪ B) = n(A) + n(B) − n(A ∩ 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8686800" cy="2057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83210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không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Tam giác đều: ba cạnh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3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4 − 5 =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Bạn học giỏi quá!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1.18: ĐỊNH LÍ P ⇒ Q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hai tam giác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diện tích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P là điều kiện cần để có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Q là điều kiện đủ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P là điều kiện đủ để có 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&gt;1⇒x&gt;−1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x&gt;−1⇒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\forall x\in\mathbb{R},\ x^2&gt;1\Rightarrow x&gt;−1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\forall x\in\mathbb{R},\ x^2&gt;1\Rightarrow x&gt;1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\forall x\in\mathbb{R},\ x&gt;−1\Rightarrow x^2&gt;1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\forall x\in\mathbb{R},\ x&gt;1\Rightarrow x^2&gt;1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1.20 – 1.21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1.20. A = {a; b; c} có mấy tập con?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4     B. 6     C. 8     D. 10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1.21. Phần tô xám là tập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A ∩ B   B. A \ B   C. A ∪ B   D. B \ A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68024"/>
            <a:ext cx="4389120" cy="2699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241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Câu cảm thán, không đúng/sai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Bằng nhau: đủ; cùng diện tích: cần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Phản ví dụ: x = −2 (A, B); x = 0 (C)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2³ = 8 tập con, kể cả ∅ và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Phần chung của A và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{x ∈ ℕ | x &lt;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 = {1; 2; 3;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A ∪ B, A ∩ B, A \ 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1.25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1.25. A = [−2; 3],  B = (1;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A ∩ B, B \ A, CℝB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1.26. Tìm (−∞; 1) ∩ (0;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(4; 7] ∪ (−1; 5);  (4; 7] \ (−3; 5]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Biểu diễn trên trục số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(4; 7] \ (−3; 5] = [5;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“∀x ∈ ℝ, x² &gt; 1 ⇒ x &gt; 1” đúng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BÀI TẬP 1.27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18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1 410 khách, ai cũng thăm ≥ 1 nơi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789 khách thăm động Thiên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690 khách thăm đảo Titop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khách thăm cả hai nơi?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du lịch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đoạn giới thiệu,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Tự đặt bài toán như 1.27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biểu đồ Ven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Ghi Nhật ký sử dụng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trangtu66.github.io/Taode_thi_online/cc_chuong1_t10.html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1.27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A: thăm Thiên Cung;  B: thăm Titop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1 410 = 789 + 690 − n(A ∩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Số liệu đúng: 69 khách đếm hai lần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∩ B) = 69 khách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Chatbot AI trả lời: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(4; 7] \ (−3; 5] = [5;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“∀x ∈ ℝ, x² &gt; 1 ⇒ x &gt; 1” đúng (x =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(4; 7] \ (−3; 5] = (5; 7]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 sai: phản ví dụ x = −2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1.25 – 1.26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1.25. A = [−2; 3],  B = (1;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A ∩ B = (1; 3];   B \ A = (3;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200">
                <a:solidFill>
                  <a:srgbClr val="1E293B"/>
                </a:solidFill>
                <a:latin typeface="Calibri"/>
              </a:rPr>
              <a:t>B = (−∞; 1]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1.26. (−∞; 1) ∩ (0; +∞) = 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∪ (−1; 5) = (−1;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\ (−3; 5] = (5; 7]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 = {x ∈ ℕ | x &lt; 7};  B = {1; 2; 3;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= {0; 1; 2; 3; 4; 5;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∩ B = {1; 2; 3;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\ B = {0; 4; 5}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