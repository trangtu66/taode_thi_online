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rangtu66.github.io/Taode_thi_online/cc_bai7_t11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7. CẤP SỐ NHÂN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II. Dãy số. Cấp số cộng và cấp số nhân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11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15, 16 theo PPCT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456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cấp số nhân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số hạng tổng quát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tổng n số hạng đầu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tăng trưởng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LƯƠNG CHUYÊN 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Năm đầu: 240 triệu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năm tăng 5% so với năm trước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Tổng lương sau 10 năm?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Hiệu hay tỉ số không đổi?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LƯƠNG CHUYÊN GIA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Lương các năm: cấp số nhân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=240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q=1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05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240(1−1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05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1−1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05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Lương các năm: cấp số nhân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u_1=240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q=1{,}05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S_{10}=\frac{240(1−1{,}05^{10})}{1−1{,}05}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Khoảng 3 019 triệu đồng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HĐ1. NHẬN BIẾT CẤP SỐ NHÂN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=3·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Viết năm số hạng đầu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Liên hệ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n−1</m:t>
                        </m:r>
                      </m:sub>
                    </m:sSub>
                  </m:oMath>
                </a14:m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Xét tỉ số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n−1</m:t>
                            </m:r>
                          </m:sub>
                        </m:sSub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u_n=3\cdot 2^n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Viết năm số hạng đầu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Liên hệ </a:t>
                </a:r>
                <a:r>
                  <a:rPr lang="vi-VN"/>
                  <a:t>u_n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u_{n−1}</a:t>
                </a:r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Xét tỉ số </a:t>
                </a:r>
                <a:r>
                  <a:rPr lang="vi-VN"/>
                  <a:t>\frac{u_n}{u_{n−1}}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HĐ1. NHẬN BIẾT CẤP SỐ NHÂN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6, 12, 24, 48, 96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n−1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6, 12, 24, 48, 96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u_n=2u_{n−1}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Cấp số nhân: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n−1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·q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≥"/>
                      </m:dPr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q: công bội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Cấp số nhân: </a:t>
                </a:r>
                <a:r>
                  <a:rPr lang="vi-VN"/>
                  <a:t>u_n=u_{n−1}\cdot q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</a:t>
                </a:r>
                <a:r>
                  <a:rPr lang="vi-VN"/>
                  <a:t>(n\ge 2)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q: công bội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CÂU HỎI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Dãy không đổi a, a, a, …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có phải cấp số nhân không?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CÂU HỎI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số hạng bằng số trước nhân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12848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1284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Là cấp số nhân, công bội q =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Cấp số nhân: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q=−2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Viết năm số hạng đầu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Cấp số nhân: </a:t>
                </a:r>
                <a:r>
                  <a:rPr lang="vi-VN"/>
                  <a:t>u_1=5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q=−2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Viết năm số hạng đầu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=5·(−2)=−10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=−40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=80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u_2=5\cdot(−2)=−10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u_3=20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u_4=−40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u_5=80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5, −10, 20, −40, 80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n−1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Chứng minh là cấp số nhân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u_n=\frac{1}{3^{n−1}}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Chứng minh là cấp số nhân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</a:t>
                </a:r>
                <a:r>
                  <a:rPr lang="vi-VN"/>
                  <a:t>u_1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q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84124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n−1</m:t>
                            </m:r>
                          </m:sub>
                        </m:sSub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n−1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n−2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84124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\frac{u_n}{u_{n−1}}=\frac{1}{3^{n−1}}\cdot 3^{n−2}=\frac{1}{3}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487167"/>
            <a:ext cx="8686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487167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Cấp số nhân: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q=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487167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Cấp số nhân: </a:t>
                </a:r>
                <a:r>
                  <a:rPr lang="vi-VN"/>
                  <a:t>u_1=1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</a:t>
                </a:r>
                <a:r>
                  <a:rPr lang="vi-VN"/>
                  <a:t>q=\frac{1}{3}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=2·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Chứng minh là cấp số nhân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số hạng đầu, công bội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u_n=2\cdot 5^n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Chứng minh là cấp số nhân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số hạng đầu, công bội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84124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n−1</m:t>
                            </m:r>
                          </m:sub>
                        </m:sSub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2·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2·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n−1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84124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\frac{u_n}{u_{n−1}}=\frac{2\cdot 5^n}{2\cdot 5^{n−1}}=5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487167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487167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Cấp số nhân: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q=5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487167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Cấp số nhân: </a:t>
                </a:r>
                <a:r>
                  <a:rPr lang="vi-VN"/>
                  <a:t>u_1=10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</a:t>
                </a:r>
                <a:r>
                  <a:rPr lang="vi-VN"/>
                  <a:t>q=5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HĐ2. SỐ HẠNG TỔNG QUÁT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Cấp số nhân: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công bội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Tính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Dự đoán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theo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Cấp số nhân: </a:t>
                </a:r>
                <a:r>
                  <a:rPr lang="vi-VN"/>
                  <a:t>u_1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công bội </a:t>
                </a:r>
                <a:r>
                  <a:rPr lang="vi-VN"/>
                  <a:t>q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Tính </a:t>
                </a:r>
                <a:r>
                  <a:rPr lang="vi-VN"/>
                  <a:t>u_2, u_3, u_4, u_5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Dự đoán </a:t>
                </a:r>
                <a:r>
                  <a:rPr lang="vi-VN"/>
                  <a:t>u_n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theo </a:t>
                </a:r>
                <a:r>
                  <a:rPr lang="vi-VN"/>
                  <a:t>u_1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q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HĐ2. SỐ HẠNG TỔNG QUÁT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u_2=u_1q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u_3=u_1q^2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u_4=u_1q^3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u_5=u_1q^4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·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n−1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u_n=u_1\cdot q^{n−1}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Cấp số nhân: 8, −4, …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năm số hạng đầu và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100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Cấp số nhân: 8, −4, …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năm số hạng đầu và </a:t>
                </a:r>
                <a:r>
                  <a:rPr lang="vi-VN"/>
                  <a:t>u_{100}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8, −4, 2, −1,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u_1=8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q=−\frac{1}{2}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8, −4, 2, −1, </a:t>
                </a:r>
                <a:r>
                  <a:rPr lang="vi-VN"/>
                  <a:t>\frac{1}{2}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8686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28415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100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=8·(−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99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96</m:t>
                            </m:r>
                          </m:sup>
                        </m:sSup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28415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u_{100}=8\cdot(−\frac{1}{2})^{99}=−\frac{1}{2^{96}}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19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677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Cấp số nhân gồm các số dương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536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=6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</m:oMath>
                </a14:m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Chia hai đẳng thức vế theo vế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677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Cấp số nhân gồm các số dương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u_{10}=1\ 536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</a:t>
                </a:r>
                <a:r>
                  <a:rPr lang="vi-VN"/>
                  <a:t>u_{12}=6\ 144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</a:t>
                </a:r>
                <a:r>
                  <a:rPr lang="vi-VN"/>
                  <a:t>u_{20}</a:t>
                </a:r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Chia hai đẳng thức vế theo vế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144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536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q=±2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q=−2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=−3&lt;0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(loại)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q^2=\frac{6\ 144}{1\ 536}=4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q=\pm 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q=−2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u_1=−3&lt;0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(loại)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q=2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u_1=3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621024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=3·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19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572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864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621024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u_{20}=3\cdot 2^{19}=1\ 572\ 864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2: VI KHUẨN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Ban đầu có 5 000 con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giờ tăng thêm 8%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Sau 5 giờ có bao nhiêu con?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2: VI KHUẨN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22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000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(ban đầu),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q=1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08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Sau 5 giờ: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000·1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08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u_1=5\ 000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(ban đầu), </a:t>
                </a:r>
                <a:r>
                  <a:rPr lang="vi-VN"/>
                  <a:t>q=1{,}08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Sau 5 giờ: </a:t>
                </a:r>
                <a:r>
                  <a:rPr lang="vi-VN"/>
                  <a:t>u_6=5\ 000\cdot 1{,}08^5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Khoảng 7 347 con vi khuẩn</a:t>
            </a:r>
          </a:p>
        </p:txBody>
      </p:sp>
      <p:pic>
        <p:nvPicPr>
          <p:cNvPr id="9" name="Picture 8" descr="b7_vikhu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729" y="3602736"/>
            <a:ext cx="5294061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HĐ3. TỔNG n SỐ HẠNG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23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q+…+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n−1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Tính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q·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Tính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(1−q)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S_n=u_1+u_1q+\ldots+u_1q^{n−1}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Tính </a:t>
                </a:r>
                <a:r>
                  <a:rPr lang="vi-VN"/>
                  <a:t>q\cdot S_n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Tính </a:t>
                </a:r>
                <a:r>
                  <a:rPr lang="vi-VN"/>
                  <a:t>(1−q)S_n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HĐ3. TỔNG n SỐ HẠNG ĐẦU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24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q+…+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(1−q)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qS_n=u_1q+\ldots+u_1q^n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(1−q)S_n=u_1−u_1q^n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1−q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≠"/>
                      </m:dPr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q=1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=n·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S_n=\frac{u_1(1−q^n)}{1−q}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</a:t>
                </a:r>
                <a:r>
                  <a:rPr lang="vi-VN"/>
                  <a:t>(q\ne 1)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q=1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: </a:t>
                </a:r>
                <a:r>
                  <a:rPr lang="vi-VN"/>
                  <a:t>S_n=n\cdot u_1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5: 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=240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q=1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05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n=10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240[1−(1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05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1−1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05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u_1=240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q=1{,}05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n=10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S_{10}=\frac{240[1−(1{,}05)^{10}]}{1−1{,}05}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≈ 3 019 triệu đồng (3,019 tỉ đồng)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Cấp số nhân 2, 6, 18, …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Lấy tổng bao nhiêu số hạng đầu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để được 728?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6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27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728=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2(1−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1−3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=729=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728=\frac{2(1−3^n)}{1−3}=3^n−1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3^n=729=3^6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 = 6: lấy 6 số hạng đầu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28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83464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Nhóm lẻ – AI viết: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Sau 5 giờ: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000·1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08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Nhóm chẵn – AI viết: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1+2+…+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n = 9, S = 511</a:t>
                </a:r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Tìm bước sai, sửa lại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83464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Nhóm lẻ – AI viết: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Sau 5 giờ: </a:t>
                </a:r>
                <a:r>
                  <a:rPr lang="vi-VN"/>
                  <a:t>u_5=5\ 000\cdot 1{,}08^4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Nhóm chẵn – AI viết: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1+2+\ldots+2^9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n = 9, S = 511</a:t>
                </a:r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Tìm bước sai, sửa lại</a:t>
                </a:r>
              </a:p>
            </p:txBody>
          </p:sp>
        </mc:Fallback>
      </mc:AlternateContent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29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Lẻ: ban đầu là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sau 5 giờ là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Chẵn: có 10 số hạng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Lẻ: ban đầu là </a:t>
                </a:r>
                <a:r>
                  <a:rPr lang="vi-VN"/>
                  <a:t>u_1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sau 5 giờ là </a:t>
                </a:r>
                <a:r>
                  <a:rPr lang="vi-VN"/>
                  <a:t>u_6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Chẵn: có 10 số hạng </a:t>
                </a:r>
                <a:r>
                  <a:rPr lang="vi-VN"/>
                  <a:t>2^0, \ldots, 2^9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≈ 7 347 con;  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S=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−1=1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023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≈ 7 347 con;   </a:t>
                </a:r>
                <a:r>
                  <a:rPr lang="vi-VN"/>
                  <a:t>S=2^{10}−1=1\ 023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CHỌN PHƯƠNG ÁN LƯƠNG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Khởi điểm 5 triệu đồng/tháng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PA1: mỗi quý tăng 500 nghìn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PA2: mỗi quý tăng 5%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Tổng lương 3 năm: PA nào hơn?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CHỌN PHƯƠNG ÁN LƯƠNG – 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31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PA1: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3·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[10+11·0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5]=279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PA2: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3·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5(1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05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05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≈238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76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PA1: </a:t>
                </a:r>
                <a:r>
                  <a:rPr lang="vi-VN"/>
                  <a:t>3\cdot\frac{12}{2}[10+11\cdot 0{,}5]=279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PA2: </a:t>
                </a:r>
                <a:r>
                  <a:rPr lang="vi-VN"/>
                  <a:t>3\cdot\frac{5(1{,}05^{12}−1)}{0{,}05}\approx 238{,}76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28415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Phương án 1 có tổng lương lớn hơn</a:t>
            </a:r>
          </a:p>
        </p:txBody>
      </p:sp>
      <p:pic>
        <p:nvPicPr>
          <p:cNvPr id="9" name="Picture 8" descr="b7_lu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276" y="4151375"/>
            <a:ext cx="4648967" cy="206654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GỬI TIỀN BÁN CÀ PHÊ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100 triệu đồng, gửi 5 năm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Tra lãi suất 2 ngân hàng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So sánh lãi kép và lãi đơn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Chỉ ra cấp số cộng, cấp số nhân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3–5 slide, Nhật ký AI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33</a:t>
            </a:r>
          </a:p>
        </p:txBody>
      </p:sp>
      <p:pic>
        <p:nvPicPr>
          <p:cNvPr id="6" name="Picture 5" descr="b7_min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056" y="1417320"/>
            <a:ext cx="8593408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7. Cấp số nhân          34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7_Toan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trangtu66.github.io/Taode_thi_online/cc_bai7_t11.html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