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bai6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6. CẤP SỐ CỘNG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II. Dãy số. Cấp số cộng và cấp số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13, 14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456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cấp số cộng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số hạng tổng quát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tổng n số hạng đầu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NHÀ HÁT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25 hàng ghế: 16, 18, 20, …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Hàng sau hơn hàng trước 2 ghế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Nhà hát có bao nhiêu ghế?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Cộng nhanh 25 số thế nào?</a:t>
            </a:r>
          </a:p>
        </p:txBody>
      </p:sp>
      <p:pic>
        <p:nvPicPr>
          <p:cNvPr id="7" name="Picture 6" descr="nha_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45389"/>
            <a:ext cx="4389120" cy="27444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NHÀ HÁT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Số ghế các hàng: cấp số cộng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n=25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[2·16+24·2]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Số ghế các hàng: cấp số cộng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u_1=16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n=25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S_{25}=\frac{25}{2}[2\cdot 16+24\cdot 2]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Nhà hát có 1 000 ghế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HĐ1. SỐ TỰ NHIÊN LẺ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Dãy các số tự nhiên lẻ tăng dần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Viết năm số hạng đầu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Dự đoán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theo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Dãy các số tự nhiên lẻ tăng dần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Viết năm số hạng đầu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Dự đoán </a:t>
                </a:r>
                <a:r>
                  <a:rPr lang="vi-VN"/>
                  <a:t>u_n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theo </a:t>
                </a:r>
                <a:r>
                  <a:rPr lang="vi-VN"/>
                  <a:t>u_{n−1}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HĐ1. SỐ TỰ NHIÊN LẺ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1, 3, 5, 7, 9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1, 3, 5, 7, 9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u_n=u_{n−1}+2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Cấp số cộng: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+d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d: công sai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Cấp số cộng: </a:t>
                </a:r>
                <a:r>
                  <a:rPr lang="vi-VN"/>
                  <a:t>u_n=u_{n−1}+d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</a:t>
                </a:r>
                <a:r>
                  <a:rPr lang="vi-VN"/>
                  <a:t>(n\ge 2)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d: công sai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Dãy không đổi a, a, a, …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có phải cấp số cộng không?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Hiệu hai số hạng liên tiếp bằng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Là cấp số cộng, công sai d =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Cấp số cộng: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d=3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Viết năm số hạng đầu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Cấp số cộng: </a:t>
                </a:r>
                <a:r>
                  <a:rPr lang="vi-VN"/>
                  <a:t>u_1=2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Viết năm số hạng đầu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=2+3=5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=5+3=8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=8+3=11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=11+3=14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u_2=2+3=5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u_3=5+3=8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u_4=8+3=11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u_5=11+3=14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2, 5, 8, 11, 14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=5n−1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Chứng minh là cấp số cộng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Xét hiệu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u_n=5n−1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Chứng minh là cấp số cộng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</a:t>
                </a:r>
                <a:r>
                  <a:rPr lang="vi-VN"/>
                  <a:t>u_1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d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Xét hiệu </a:t>
                </a:r>
                <a:r>
                  <a:rPr lang="vi-VN"/>
                  <a:t>u_n−u_{n−1}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56692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=(5n−1)−[5(n−1)−1]=5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56692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u_n−u_{n−1}=(5n−1)−[5(n−1)−1]=5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212848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Cấp số cộng: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d=5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Cấp số cộng: </a:t>
                </a:r>
                <a:r>
                  <a:rPr lang="vi-VN"/>
                  <a:t>u_1=4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d=5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=−2n+3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Chứng minh là cấp số cộng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số hạng đầu, công sai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u_n=−2n+3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Chứng minh là cấp số cộng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số hạng đầu, công sai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56692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n≥2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56692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u_n−u_{n−1}=−2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n\ge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212848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Cấp số cộng: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d=−2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Cấp số cộng: </a:t>
                </a:r>
                <a:r>
                  <a:rPr lang="vi-VN"/>
                  <a:t>u_1=1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d=−2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HĐ2. SỐ HẠNG TỔNG QUÁT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Cấp số cộng: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công sai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Dự đoán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theo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Cấp số cộng: </a:t>
                </a:r>
                <a:r>
                  <a:rPr lang="vi-VN"/>
                  <a:t>u_1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công sai </a:t>
                </a:r>
                <a:r>
                  <a:rPr lang="vi-VN"/>
                  <a:t>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Tính </a:t>
                </a:r>
                <a:r>
                  <a:rPr lang="vi-VN"/>
                  <a:t>u_2, u_3, u_4, u_5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Dự đoán </a:t>
                </a:r>
                <a:r>
                  <a:rPr lang="vi-VN"/>
                  <a:t>u_n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theo </a:t>
                </a:r>
                <a:r>
                  <a:rPr lang="vi-VN"/>
                  <a:t>u_1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HĐ2. SỐ HẠNG TỔNG QUÁT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+d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+2d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+3d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+4d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u_2=u_1+d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u_3=u_1+2d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u_4=u_1+3d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u_5=u_1+4d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+(n−1)d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u_n=u_1+(n−1)d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ĐIỂM (n; Uₙ) THẲNG HÀNG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17</a:t>
            </a:r>
          </a:p>
        </p:txBody>
      </p:sp>
      <p:pic>
        <p:nvPicPr>
          <p:cNvPr id="6" name="Picture 5" descr="b6_g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524" y="1417320"/>
            <a:ext cx="9560472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Cấp số cộng: uₙ là hàm bậc nhất theo 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Cấp số cộng: 10, 5, …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năm số hạng đầu và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Cấp số cộng: 10, 5, …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năm số hạng đầu và </a:t>
                </a:r>
                <a:r>
                  <a:rPr lang="vi-VN"/>
                  <a:t>u_{100}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d=5−10=−5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10, 5, 0, −5, −10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u_1=10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d=5−10=−5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10, 5, 0, −5, −10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=10+99·(−5)=−485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u_{100}=10+99\cdot(−5)=−485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=48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=88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Lập hệ theo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u_{10}=48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u_{18}=88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</a:t>
                </a:r>
                <a:r>
                  <a:rPr lang="vi-VN"/>
                  <a:t>u_{100}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Lập hệ theo </a:t>
                </a:r>
                <a:r>
                  <a:rPr lang="vi-VN"/>
                  <a:t>u_1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:r>
                  <a:rPr lang="vi-VN"/>
                  <a:t>d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+9d=48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+17d=88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d=5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u_1+9d=48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u_1+17d=88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\Rightarrow u_1=3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=3+99·5=498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u_{100}=3+99\cdot 5=498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=4n−3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Chứng minh là cấp số cộng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Viết dạng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+(n−1)d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u_n=4n−3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Chứng minh là cấp số cộng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Viết dạng </a:t>
                </a:r>
                <a:r>
                  <a:rPr lang="vi-VN"/>
                  <a:t>u_n=u_1+(n−1)d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d=4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u_n−u_{n−1}=4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u_1=1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=1+(n−1)·4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u_n=1+(n−1)\cdot 4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HĐ3. TỔNG n SỐ HẠNG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Viết mỗi số hạng theo u₁, 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Viết tổng theo chiều ngược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Cộng từng vế hai đẳng thức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S_n=u_1+u_2+\ldots+u_n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Viết mỗi số hạng theo u₁, 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Viết tổng theo chiều ngược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Cộng từng vế hai đẳng thức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HĐ3. TỔNG n SỐ HẠNG ĐẦU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Mỗi cặp thẳng cột: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+(n−1)d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n cặp: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=n[2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+(n−1)d]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Mỗi cặp thẳng cột: </a:t>
                </a:r>
                <a:r>
                  <a:rPr lang="vi-VN"/>
                  <a:t>2u_1+(n−1)d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n cặp: </a:t>
                </a:r>
                <a:r>
                  <a:rPr lang="vi-VN"/>
                  <a:t>2S_n=n[2u_1+(n−1)d]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16916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6916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[2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+(n−1)d]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n(</m:t>
                        </m:r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6916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S_n=\frac{n}{2}[2u_1+(n−1)d]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S_n=\frac{n(u_1+u_n)}{2}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5: 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n=25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[2·16+24·2]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u_1=16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n=25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S_{25}=\frac{25}{2}[2\cdot 16+24\cdot 2]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Nhà hát có 1 000 ghế</a:t>
            </a:r>
          </a:p>
        </p:txBody>
      </p:sp>
      <p:pic>
        <p:nvPicPr>
          <p:cNvPr id="9" name="Picture 8" descr="nha_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45389"/>
            <a:ext cx="4389120" cy="274446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Cấp số cộng 2, 5, 8, …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Lấy tổng bao nhiêu số hạng đầu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để được 345?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345=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(3n+1)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+n−690=0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n=15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230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(loại)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345=\frac{n}{2}(3n+1)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3n^2+n−690=0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n=15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n=−\frac{230}{15}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(loại)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34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Lấy 15 số hạng đầu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GÓC CÔNG NGHỆ: PHÍM 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SHIFT → x: màn hình hiện Σ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Nhập 3x + 1, cận dưới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Cận trên 35, nhấn 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Kết quả: 1925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lẻ – AI viết: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2, 5, 8, …: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=2+20·3=62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chẵn – AI viết: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=10·42=420</m:t>
                    </m:r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lẻ – AI viết: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2, 5, 8, …: </a:t>
                </a:r>
                <a:r>
                  <a:rPr lang="vi-VN"/>
                  <a:t>u_{20}=2+20\cdot 3=62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chẵn – AI viết: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u_1=3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S_{10}=10\cdot 42=420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sửa lại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Lẻ: phải dùng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+19d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Chẵn: thiếu hệ số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Lẻ: phải dùng </a:t>
                </a:r>
                <a:r>
                  <a:rPr lang="vi-VN"/>
                  <a:t>u_1+19d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Chẵn: thiếu hệ số </a:t>
                </a:r>
                <a:r>
                  <a:rPr lang="vi-VN"/>
                  <a:t>\frac{1}{2}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=59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=210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u_{20}=59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</a:t>
                </a:r>
                <a:r>
                  <a:rPr lang="vi-VN"/>
                  <a:t>S_{10}=210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LƯƠNG ANH NAM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Khởi điểm 100 triệu đồng/năm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năm tăng 20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lương sau 10 năm?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LƯƠNG ANH NAM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d=20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n=10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[200+9·20]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u_1=100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d=20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n=10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S_{10}=\frac{10}{2}[200+9\cdot 20]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Tổng lương: 1 900 triệu đồng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HEO ĐẤT NĂM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Tuần đầu bỏ a nghìn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Mỗi tuần sau thêm d nghìn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Kiểm chứng bằng bảng tính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Nộp 3–5 slide, Nhật ký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Tuần đầu bỏ a nghìn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Mỗi tuần sau thêm d nghìn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Tính </a:t>
                </a:r>
                <a:r>
                  <a:rPr lang="vi-VN"/>
                  <a:t>u_{35}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S_{35}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Kiểm chứng bằng bảng tính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Nộp 3–5 slide, Nhật ký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35</a:t>
            </a:r>
          </a:p>
        </p:txBody>
      </p:sp>
      <p:pic>
        <p:nvPicPr>
          <p:cNvPr id="6" name="Picture 5" descr="b6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56" y="1417320"/>
            <a:ext cx="859340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6. Cấp số cộng          36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6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trangtu66.github.io/Taode_thi_online/cc_bai6_t11.html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