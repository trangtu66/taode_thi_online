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3" r:id="rId34"/>
    <p:sldId id="260" r:id="rId11"/>
    <p:sldId id="261" r:id="rId12"/>
    <p:sldId id="282" r:id="rId33"/>
    <p:sldId id="262" r:id="rId13"/>
    <p:sldId id="281" r:id="rId32"/>
    <p:sldId id="263" r:id="rId14"/>
    <p:sldId id="280" r:id="rId31"/>
    <p:sldId id="264" r:id="rId15"/>
    <p:sldId id="279" r:id="rId30"/>
    <p:sldId id="265" r:id="rId16"/>
    <p:sldId id="266" r:id="rId17"/>
    <p:sldId id="278" r:id="rId29"/>
    <p:sldId id="267" r:id="rId18"/>
    <p:sldId id="277" r:id="rId28"/>
    <p:sldId id="268" r:id="rId19"/>
    <p:sldId id="276" r:id="rId27"/>
    <p:sldId id="269" r:id="rId20"/>
    <p:sldId id="275" r:id="rId26"/>
    <p:sldId id="270" r:id="rId21"/>
    <p:sldId id="274" r:id="rId25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trangtu66.github.io/Taode_thi_online/cc_bai6_t10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6. HỆ THỨC LƯỢNG TRONG TAM GIÁC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III. Hệ thức lượng trong tam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18 – 21 theo PPCT (T18 – T21)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định lí côsin, định lí 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Nắm các công thức diện tích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Đo khoảng cách không đến được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diện tích khu đất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lời giải của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THÁP RÙA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bơi ra tháp để đo được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Chỉ có dụng cụ đơn giản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Đo khoảng cách tới Tháp Rùa?</a:t>
            </a:r>
          </a:p>
        </p:txBody>
      </p:sp>
      <p:pic>
        <p:nvPicPr>
          <p:cNvPr id="9" name="Picture 8" descr="b6_thapru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10297"/>
            <a:ext cx="4389120" cy="3014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HĐ1: ĐƯỜNG ĐI CỦA TÀU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Tàu đi hướng đông 20 km/h, 1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Rẽ hướng đông nam, đi tiếp 0,5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Tàu cách cảng bao nhiêu km?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Tam giác có vuông không?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ĐỊNH LÍ CÔSIN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Thiết lập từ Hình 3.8 (HĐ2)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= 90°: trở thành định lí Pythagore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a² = b² + c² − 2bc·cos 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2bc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a² = b² + c² − 2bc·cos 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A=\frac{b^2+c^2−a^2}{2bc}</a:t>
                </a:r>
              </a:p>
            </p:txBody>
          </p:sp>
        </mc:Fallback>
      </mc:AlternateContent>
      <p:pic>
        <p:nvPicPr>
          <p:cNvPr id="9" name="Picture 8" descr="b6_h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63586"/>
            <a:ext cx="4389120" cy="2508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VẬN DỤNG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7</a:t>
            </a:r>
          </a:p>
        </p:txBody>
      </p:sp>
      <p:pic>
        <p:nvPicPr>
          <p:cNvPr id="9" name="Picture 8" descr="b6_h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33700"/>
            <a:ext cx="4389120" cy="1767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1: AB = 5, AC = 8, A = 120°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BC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Vận dụng 1: tính khoảng cách tàu – cảng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ĐỊNH LÍ 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9</a:t>
            </a:r>
          </a:p>
        </p:txBody>
      </p:sp>
      <p:pic>
        <p:nvPicPr>
          <p:cNvPr id="9" name="Picture 8" descr="b6_h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156" y="4443984"/>
            <a:ext cx="3733208" cy="1773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2: A = 135°, C = 15°, b = 12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a, c và bán kính 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GIẢI TAM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3: giải tam giác ABC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14, A = 60°, B = 40°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Biết một cạnh, hai góc: dùng định lí nào?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ĐO TỚI THÁP RÙA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13</a:t>
            </a:r>
          </a:p>
        </p:txBody>
      </p:sp>
      <p:pic>
        <p:nvPicPr>
          <p:cNvPr id="9" name="Picture 8" descr="b6_h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69888"/>
            <a:ext cx="4389120" cy="40954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khoảng cách từ bờ A tới Tháp Rùa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Chỉ có thước dây, giác kế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Nêu các bước đo và cách tính AC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CÔNG THỨC DIỆN TÍCH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nửa chu vi;  r: bán kính nội tiếp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bc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abc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4R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=pr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Heron: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p(p−a)(p−b)(p−c)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S=\frac{1}{2}bc\sin\ A=\frac{abc}{4R}=pr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Heron: </a:t>
                </a:r>
                <a:r>
                  <a:rPr lang="vi-VN"/>
                  <a:t>S=\sqrt{p(p−a)(p−b)(p−c)}</a:t>
                </a:r>
              </a:p>
            </p:txBody>
          </p:sp>
        </mc:Fallback>
      </mc:AlternateContent>
      <p:pic>
        <p:nvPicPr>
          <p:cNvPr id="9" name="Picture 8" descr="b6_h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50287"/>
            <a:ext cx="4389120" cy="35346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5: c = 4, b = 6, A = 150°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diện tích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6: a = 13, b = 14, c = 15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diện tích tam giác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3: CÔNG VIÊN HÒA BÌNH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18</a:t>
            </a:r>
          </a:p>
        </p:txBody>
      </p:sp>
      <p:pic>
        <p:nvPicPr>
          <p:cNvPr id="9" name="Picture 8" descr="b6_h3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58340"/>
            <a:ext cx="4389120" cy="3718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diện tích công viên Hòa Bình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(số đo trên Hình 3.17)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Chia ngũ giác thành tam giác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20</a:t>
            </a:r>
          </a:p>
        </p:txBody>
      </p:sp>
      <p:pic>
        <p:nvPicPr>
          <p:cNvPr id="9" name="Picture 8" descr="b6_h3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6833"/>
            <a:ext cx="4389120" cy="40615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chiều cao tòa nhà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(số đo trên Hình 3.18)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3.8, 3.11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22</a:t>
            </a:r>
          </a:p>
        </p:txBody>
      </p:sp>
      <p:pic>
        <p:nvPicPr>
          <p:cNvPr id="9" name="Picture 8" descr="b6_h3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81475"/>
            <a:ext cx="4389120" cy="46722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3.8: AB = 105 km, BC = 16 km, B = 110°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AC và hướng từ A đến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3.11: tính AD; đường mới ngắn hơn?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cos 120° = 1/2 ⇒ BC = 7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R = a : sin A = 12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KĨ SƯ ĐO ĐẠC NHÍ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1: đo chiều cao cột cờ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2: đo diện tích bồn hoa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mỗi đại lượng ít nhất 2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GeoGebra, Google Maps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Nhận xét sai số, nộp 3–5 slide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Kèm Nhật ký sử dụng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27</a:t>
            </a:r>
          </a:p>
        </p:txBody>
      </p:sp>
      <p:pic>
        <p:nvPicPr>
          <p:cNvPr id="6" name="Picture 5" descr="b6_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056" y="1417320"/>
            <a:ext cx="859340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6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trangtu66.github.io/Taode_thi_online/cc_bai6_t10.html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cos 120° = 1/2 ⇒ BC = 7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R = a : sin A =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 tù ⇒ BC lớn nhất: BC = √129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 : sin A = 2R ⇒ R =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3.8, 3.11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3.8: AB = 105 km, BC = 16 km, góc B = 110°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AC ≈ 111,5 km; hướng khoảng S62°E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3.11: AD ≈ 16,57 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Đường mới ngắn hơn khoảng 9,43 km</a:t>
            </a:r>
          </a:p>
        </p:txBody>
      </p:sp>
      <p:pic>
        <p:nvPicPr>
          <p:cNvPr id="9" name="Picture 8" descr="b6_h3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81475"/>
            <a:ext cx="4389120" cy="467228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3.9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Góc BAC = 10°;  góc ABC = 40°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≈18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Góc BAC = 10°;  góc ABC = 40°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AC=\frac{5\sin\ 40^\circ}{\sin\ 10^\circ}\approx 18{,}51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Tòa nhà cao 7 + AC·sin 40° ≈ 18,9 m</a:t>
            </a:r>
          </a:p>
        </p:txBody>
      </p:sp>
      <p:pic>
        <p:nvPicPr>
          <p:cNvPr id="9" name="Picture 8" descr="b6_h3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6833"/>
            <a:ext cx="4389120" cy="406157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Chia ngũ giác thành 3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mỗi tam giác bằng Heron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≈ 216 449 m² ≈ 21,6 ha</a:t>
            </a:r>
          </a:p>
        </p:txBody>
      </p:sp>
      <p:pic>
        <p:nvPicPr>
          <p:cNvPr id="9" name="Picture 8" descr="b6_h3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58340"/>
            <a:ext cx="4389120" cy="3718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VÍ DỤ 6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 = 4, b = 6, A = 150°: 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·6·4·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 = 13, b = 14, c = 15:  cos A = 0,6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A = 0,8 ⇒ S = 84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Heron: p = 21, S = √(21·8·7·6) = 84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 = 4, b = 6, A = 150°:  </a:t>
                </a:r>
                <a:r>
                  <a:rPr lang="vi-VN"/>
                  <a:t>S=\frac{1}{2}\cdot 6\cdot 4\cdot\sin\ 150^\circ=6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 = 13, b = 14, c = 15:  cos A = 0,6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A = 0,8 ⇒ S = 84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Heron: p = 21, S = √(21·8·7·6) = 84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THÁP RÙA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Cắm cọc A, B; đo AB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Tại A đo góc CAB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Tại B đo góc CBA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B4.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AB·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B4. </a:t>
                </a:r>
                <a:r>
                  <a:rPr lang="vi-VN"/>
                  <a:t>AC=\frac{AB\cdot\sin\ B}{\sin\ C}</a:t>
                </a:r>
              </a:p>
            </p:txBody>
          </p:sp>
        </mc:Fallback>
      </mc:AlternateContent>
      <p:pic>
        <p:nvPicPr>
          <p:cNvPr id="9" name="Picture 8" descr="b6_h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69888"/>
            <a:ext cx="4389120" cy="409546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TAM GIÁC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Hai cạnh và góc xen giữa: côsin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 cạnh: côsin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Một cạnh và hai góc: 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3: a ≈ 12,31;  b ≈ 9,14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Tìm góc từ sin: xét góc tù</a:t>
            </a:r>
          </a:p>
        </p:txBody>
      </p:sp>
      <p:pic>
        <p:nvPicPr>
          <p:cNvPr id="9" name="Picture 8" descr="b6_v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85073"/>
            <a:ext cx="4389120" cy="346509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LÍ SIN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nhọn hay A tù: a = 2R·sin 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2: A = 135°, C = 15°, b = 12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= 12√2;  c ≈ 6,21;  R =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=2R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\frac{a}{\sin\ A}=\frac{b}{\sin\ B}=\frac{c}{\sin\ C}=2R</a:t>
                </a:r>
              </a:p>
            </p:txBody>
          </p:sp>
        </mc:Fallback>
      </mc:AlternateContent>
      <p:pic>
        <p:nvPicPr>
          <p:cNvPr id="9" name="Picture 8" descr="b6_h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156" y="4443984"/>
            <a:ext cx="3733208" cy="177393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AB = 5, AC = 8, A = 120°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BC² = 25 + 64 + 40 = 129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Tàu: AC² = 500 + 200√2 ⇒ AC ≈ 28 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BC = √129 ≈ 11,36</a:t>
            </a:r>
          </a:p>
        </p:txBody>
      </p:sp>
      <p:pic>
        <p:nvPicPr>
          <p:cNvPr id="9" name="Picture 8" descr="b6_h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33700"/>
            <a:ext cx="4389120" cy="17678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HĐ1: ĐƯỜNG ĐI CỦA TÀU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Hướng đông 20 km/h trong 1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Rẽ đông nam, đi tiếp 0,5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không vuông: Pythagore?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Cần Pythagore cho tam giác bất kì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