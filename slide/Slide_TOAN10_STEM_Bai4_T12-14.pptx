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73" r:id="rId24"/>
    <p:sldId id="266" r:id="rId17"/>
    <p:sldId id="267" r:id="rId18"/>
    <p:sldId id="272" r:id="rId23"/>
    <p:sldId id="268" r:id="rId19"/>
    <p:sldId id="271" r:id="rId22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trangtu66.github.io/Taode_thi_online/cc_bai4_t10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4. HỆ BẤT PHƯƠNG TRÌNH BẬC NHẤT HAI ẨN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Chủ đề STEM: thiết kế khẩu phần ăn hợp lí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12 – 14 theo PPCT (T12, T13, T14)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hệ BPT bậc nhất hai ẩn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miền nghiệm của hệ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GTLN, GTNN của F = ax + by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Thiết kế suất ăn trong ngân sách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Chế tạo, thử nghiệm suất ăn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chứng đề xuất của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VẤN ĐỀ 1: KINH DOANH ĐIỀU HÒA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Vốn ≤ 1,2 tỉ;  nhu cầu ≤ 100 máy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Hai chiều: giá 20 triệu, lãi 3,5 triệu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Một chiều: giá 10 triệu, lãi 2 triệu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Nhập mỗi loại bao nhiêu máy?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VẤN ĐỀ 2: NHIỆM VỤ 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Thiết kế suất ăn giàu đạm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Protein ít nhất khoảng 30 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Khối lượng không quá 300 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Chi phí không quá 27 000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phương án tối ưu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Nấu thật, cân đúng khối lượng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HỆ BẤT PHƯƠNG TRÌNH BẬC NHẤT HAI ẨN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99008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Luyện tập 1: bài toán điều hòa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y≥0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x+y≤100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2x+y≤120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nghiệm: (30; 20)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99008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Luyện tập 1: bài toán điều hòa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\begin{cases}x\ge 0\\y\ge 0\\x+y\le 100\\2x+y\le 120\end{cases}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nghiệm: (30; 20)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636007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36007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Hệ: nhiều BPT bậc nhất hai ẩn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Nghiệm: nghiệm của mọi BPT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MIỀN NGHIỆM CỦA HỆ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7x+4y≤2400</m:t>
                            </m:r>
                          </m:e>
                          <m:e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x+y≤100</m:t>
                            </m:r>
                          </m:e>
                          <m:e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x≥0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Xác định miền nghiệm từng BPT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Gạch bỏ phần không thỏa mãn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2: </a:t>
                </a:r>
                <a:r>
                  <a:rPr lang="vi-VN"/>
                  <a:t>\begin{cases}7x+4y\le 2400\\x+y\le 100\\x\ge 0\end{cases}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Xác định miền nghiệm từng BPT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Gạch bỏ phần không thỏa mãn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251959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59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Miền không bị gạch: miền nghiệm</a:t>
            </a:r>
          </a:p>
        </p:txBody>
      </p:sp>
      <p:pic>
        <p:nvPicPr>
          <p:cNvPr id="9" name="Picture 8" descr="rId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79937"/>
            <a:ext cx="4389120" cy="46753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TÌM GTLN, GTNN CỦA F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Xác định miền đa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Tính F tại các đỉnh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So sánh, kết luận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 = ax + by: GTLN, GTNN tại đỉnh</a:t>
            </a:r>
          </a:p>
        </p:txBody>
      </p:sp>
      <p:pic>
        <p:nvPicPr>
          <p:cNvPr id="9" name="Picture 8" descr="rId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73034"/>
            <a:ext cx="4389120" cy="46891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VẤN ĐỀ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F = 3,5x + 2y (triệu đồng)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F(0; 100) = 200;  F(20; 80) = 230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F(60; 0) = 210;  F(0; 0) =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Nhập 20 máy hai chiều, 80 máy một chiều</a:t>
            </a:r>
          </a:p>
        </p:txBody>
      </p:sp>
      <p:pic>
        <p:nvPicPr>
          <p:cNvPr id="9" name="Picture 8" descr="rId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73034"/>
            <a:ext cx="4389120" cy="46891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KHẨU PHẦN MẪU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078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x lạng thịt nạc, y lạng đậu phụ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Protein: 20x + 10y ≥ 30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Khối lượng: x + y ≤ 3;  y ≤ 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Chi phí: 15x + 3y ≤ 27 (nghìn)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24656"/>
            <a:ext cx="6400800" cy="10667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24656"/>
            <a:ext cx="6035040" cy="10667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Rẻ nhất: A(0,5; 2) – 13 500 đồng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Nhiều đạm nhất: C(1,5; 1,5) – 45 g</a:t>
            </a:r>
          </a:p>
        </p:txBody>
      </p:sp>
      <p:pic>
        <p:nvPicPr>
          <p:cNvPr id="9" name="Picture 8" descr="rId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92321"/>
            <a:ext cx="4389120" cy="40505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100 g thịt + 200 g đậu phụ rẻ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xuất của AI có đúng không?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Tính chi phí tại mọi đỉnh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CHẾ TẠO VÀ THỬ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Phiếu 4: bản thiết kế suất ăn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Mua nguyên liệu, giữ hóa đơn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Cân, chế biến, chụp ảnh, quay video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 lệch khối lượng không quá 10%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Làm poster và 3–5 slide báo cáo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DỤ: BẢNG THỬ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98755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Đại lượng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Thiết kế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Thực tế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Sai lệch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Thịt lợn nạc (g)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Đậu phụ (g)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Chi phí (đồng)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13 500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13 650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1,1%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Protein (g)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29,9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0,3%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7091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So sánh thực tế với thiết kế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Nhận xét sai lệch, điều chỉnh gì?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2.4 – 2.5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2.4. Hệ nào là hệ bậc nhất hai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2.5b) Miền nghiệm: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y≥0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2x+y≤4</m:t>
                            </m:r>
                          </m:e>
                        </m:eqAr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2.4. Hệ nào là hệ bậc nhất hai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2.5b) Miền nghiệm: </a:t>
                </a:r>
                <a:r>
                  <a:rPr lang="vi-VN"/>
                  <a:t>\begin{cases}x\ge 0\\y\ge 0\\2x+y\le 4\end{cases}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Bài tập 2.6: thịt bò, thịt lợn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Hoàn thiện sản phẩm theo góp ý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bản hoàn chỉnh lên Classroom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Chuẩn bị: Bài tập cuối chương II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4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trangtu66.github.io/Taode_thi_online/cc_bai4_t10.html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2.4 – 2.5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2.4. Hệ bậc nhất hai ẩn: a) và d)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2.5b)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y≥0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2x+y≤4</m:t>
                            </m:r>
                          </m:e>
                        </m:eqAr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 tam giác O(0; 0), A(0; 4), B(2; 0)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2.4. Hệ bậc nhất hai ẩn: a) và d)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2.5b) </a:t>
                </a:r>
                <a:r>
                  <a:rPr lang="vi-VN"/>
                  <a:t>\begin{cases}x\ge 0\\y\ge 0\\2x+y\le 4\end{cases}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 tam giác O(0; 0), A(0; 4), B(2; 0)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850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850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Kể cả các cạnh (dấu ≤, ≥)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BẢNG THỬ NGHIỆM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Protein thiếu 0,1 g → thêm 1–2 g thịt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98755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Đại lượng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Thiết kế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Thực tế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Sai lệch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Thịt lợn nạc (g)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Đậu phụ (g)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Chi phí (đồng)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13 500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13 650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1,1%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Protein (g)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29,9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0,3%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4. Hệ bất phương trình bậc nhất hai ẩn (STEM)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AI: 100 g thịt + 200 g đậu phụ rẻ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(1; 2) thuộc miền nghiệm (đỉnh B)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Chi phí 21 nghìn &gt; 13,5 nghìn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AI không xét đủ các đỉnh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