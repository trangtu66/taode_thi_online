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79" r:id="rId30"/>
    <p:sldId id="261" r:id="rId12"/>
    <p:sldId id="262" r:id="rId13"/>
    <p:sldId id="263" r:id="rId14"/>
    <p:sldId id="278" r:id="rId29"/>
    <p:sldId id="264" r:id="rId15"/>
    <p:sldId id="277" r:id="rId28"/>
    <p:sldId id="265" r:id="rId16"/>
    <p:sldId id="276" r:id="rId27"/>
    <p:sldId id="266" r:id="rId17"/>
    <p:sldId id="275" r:id="rId26"/>
    <p:sldId id="267" r:id="rId18"/>
    <p:sldId id="268" r:id="rId19"/>
    <p:sldId id="274" r:id="rId25"/>
    <p:sldId id="269" r:id="rId20"/>
    <p:sldId id="273" r:id="rId24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hyperlink" Target="https://trangtu66.github.io/Taode_thi_online/cc_bai3_t10.html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3. BẤT PHƯƠNG TRÌNH BẬC NHẤT HAI ẨN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II. Bất phương trình và hệ bất phương trình bậc nhất hai ẩn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10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10 – 11 theo PPCT (T10, T11)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BPT bậc nhất hai ẩn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Kiểm tra cặp số là nghiệm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Biểu diễn miền nghiệm trên mặt phẳng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Phân biệt kể bờ, không kể bờ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bài toán thực tiễn đơn giản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Kiểm chứng hình vẽ bằng GeoGebra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RẠP CHIẾU PHIM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Vé loại 1: 50 000 đồng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Vé loại 2: 100 000 đồng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Không lỗ: thu tối thiểu 20 triệu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Bán thế nào thì rạp bù lỗ?</a:t>
            </a:r>
          </a:p>
        </p:txBody>
      </p:sp>
      <p:pic>
        <p:nvPicPr>
          <p:cNvPr id="9" name="Picture 8" descr="rI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61614"/>
            <a:ext cx="4389120" cy="29120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BẤT PHƯƠNG TRÌNH BẬC NHẤT HAI ẨN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x vé loại 1, y vé loại 2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Không lỗ: 50x + 100y ≥ 20 000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Bù lỗ: 50x + 100y &lt; 20 000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ax + by ≤ c   (≥, &lt;, &gt;)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a, b không đồng thời bằng 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NGHIỆM CỦA BẤT PHƯƠNG TRÌNH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2: x + 2y &gt; 5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(3; 4) có là nghiệm không?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(0; −1) có là nghiệm không?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PHÁT HIỆN: ĐƯỜNG THẲNG CHIA ĐÔI MẶT PHẲNG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d: 2x − y = 4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O, A, B:  2x − y &lt; 4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C, D:  2x − y &gt;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Cùng nửa mặt phẳng ⇒ cùng dấu</a:t>
            </a:r>
          </a:p>
        </p:txBody>
      </p:sp>
      <p:pic>
        <p:nvPicPr>
          <p:cNvPr id="9" name="Picture 8" descr="rI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601545"/>
            <a:ext cx="4389120" cy="44321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CÁC BƯỚC BIỂU DIỄN MIỀN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B1. Vẽ đường thẳng d: ax + by = 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B2. Lấy M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(x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; y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) không thuộc d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B3. Tính ax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 + by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, so sánh với 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Thỏa mãn: giữ nửa chứa M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 ≠ 0: chọn M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 là gốc O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 = 0: chọn (1; 0) hoặc (0; 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Biểu diễn miền nghiệm: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x + y ≥ 100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Chọn điểm thử nào?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Biểu diễn miền nghiệm: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5x − 7y ≤ 0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O có nằm trên d không?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CHÚ Ý: KỂ BỜ, KHÔNG KỂ BỜ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Luyện tập 2: biểu diễn miền nghiệm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2x + y &lt; 200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Bờ d: nét liền hay nét đứt?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Vé loại 1: 50 000 đồng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Vé loại 2: 100 000 đồng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Bù lỗ khi thu dưới 20 triệu đồng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Bán thế nào thì rạp bù lỗ?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Lập BPT, vẽ miền nghiệm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KIỂM CHỨNG BẰNG GEOGEBRA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Nhập trực tiếp: x + y &gt;= 100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GeoGebra tô màu miền nghiệm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SGK gạch bỏ phần không là nghiệm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Vẽ tay trước, kiểm chứng sau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Hỏi AI: miền nghiệm x − 3y &gt; −3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Đối chiếu với hình vẽ tay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Tìm bước sai, giải thích, sửa lại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CƯỚC ĐIỆN THOẠI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Nội mạng 1 nghìn, ngoại mạng 2 nghìn/phút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Tổng tiền dưới 200 nghìn đồng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a) Lập bất phương trình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b) Biểu diễn miền nghiệm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c) Gọi 100 phút nội, 40 phút ngoại?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VỀ NHÀ: CHI TIÊU TRONG NGÂN SÁCH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Chọn tình huống ở gia đình, địa phương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dụ: mua phân bón cà phê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Tìm giá thực tế, ghi nguồn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Lập BPT, vẽ miền nghiệm GeoGebra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Đề xuất 3 phương án mua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3–5 slide kèm Nhật ký AI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23</a:t>
            </a:r>
          </a:p>
        </p:txBody>
      </p:sp>
      <p:pic>
        <p:nvPicPr>
          <p:cNvPr id="6" name="Picture 5" descr="rId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3_Toa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trangtu66.github.io/Taode_thi_online/cc_bai3_t10.html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Nội mạng 1 nghìn, ngoại mạng 2 nghìn/phút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Tổng tiền dưới 200 nghìn đồng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dụ: M(100; 40) → 180 nghìn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x + 2y &lt; 200,  x ≥ 0,  y ≥ 0</a:t>
            </a:r>
          </a:p>
        </p:txBody>
      </p:sp>
      <p:pic>
        <p:nvPicPr>
          <p:cNvPr id="9" name="Picture 8" descr="rId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41241"/>
            <a:ext cx="4389120" cy="375275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lỗi trong câu trả lời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Kết luận ngược chiều bất đẳng thức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Chọn điểm thử nằm trên bờ d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Không phân biệt kể bờ, không kể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Hỏi AI: x − 3y &gt; −3, rồi kiểm chứng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50x + 100y &lt; 20 000 ⇔ x + 2y &lt; 400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Trên đoạn AB: hòa vốn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(150; 150): có lãi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Trong tam giác, bỏ AB: bù lỗ</a:t>
            </a:r>
          </a:p>
        </p:txBody>
      </p:sp>
      <p:pic>
        <p:nvPicPr>
          <p:cNvPr id="9" name="Picture 8" descr="rId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72868"/>
            <a:ext cx="4389120" cy="288950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2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Luyện tập 2: 2x + y &lt; 200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 qua (100; 0) và (0; 200)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O: 0 &lt; 200 → giữ nửa chứa 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&lt;, &gt; : bỏ bờ, vẽ nét đứt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≤, ≥ : kể bờ, vẽ nét liền</a:t>
            </a:r>
          </a:p>
        </p:txBody>
      </p:sp>
      <p:pic>
        <p:nvPicPr>
          <p:cNvPr id="9" name="Picture 8" descr="rId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41241"/>
            <a:ext cx="4389120" cy="375275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Biểu diễn miền nghiệm: 5x − 7y ≤ 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 = 0 nên O nằm trên d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Không thử O; chọn M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(0; 1)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5·0 − 7·1 = −7 &lt; 0: đúng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Miền nghiệm: nửa chứa M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</a:p>
        </p:txBody>
      </p:sp>
      <p:pic>
        <p:nvPicPr>
          <p:cNvPr id="9" name="Picture 8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819003"/>
            <a:ext cx="4389120" cy="399723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Biểu diễn miền nghiệm: x + y ≥ 100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d: x + y = 100, nét liền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Thử O(0; 0): 0 ≥ 100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Gạch bỏ nửa chứa 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Miền nghiệm: nửa không chứa O</a:t>
            </a:r>
          </a:p>
        </p:txBody>
      </p:sp>
      <p:pic>
        <p:nvPicPr>
          <p:cNvPr id="9" name="Picture 8" descr="rI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631158"/>
            <a:ext cx="4389120" cy="437292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NGHIỆM CỦA BPT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Ví dụ 2: x + 2y &gt; 5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(3; 4): 3 + 8 = 11 &gt; 5  →  là nghiệm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(0; −1): −2 &lt; 5  →  không là nghiệm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(x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; y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) là nghiệm nếu ax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 + by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 ≤ c đúng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Luôn có vô số nghiệm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