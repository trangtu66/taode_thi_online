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74" r:id="rId2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2_t12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GTLN VÀ GTNN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9 theo PPCT (T7, 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nghĩa GTLN, GTNN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bằng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quy tắc 3 bước trên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bằng đồ thị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HỘP GIẤY LỚN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góc vuông, gập thành hộp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bao nhiêu để hộp to nhất?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11562"/>
            <a:ext cx="4389120" cy="2212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f(x)=x^2−2x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M=\underset{D}{\mathrm{max}}f(x)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f(x)\le 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2029"/>
            <a:ext cx="4389120" cy="4211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LƯU Ý: PHẢI TỒN TẠI X₀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g(x) = x² trên (0; 1): g(x)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có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để g(x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có GTLN, GTNN trên (0;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y=x−2+\frac{1}{x}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(0;+\infty)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hình vuông cạnh x ở 4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Gập thành hộp không nắp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bằng bao nhiêu để hộp to nhất?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Viết V(x), tìm GTLN trên (0; 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QUY TẮC TRÊN ĐOẠN [A; B]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 ∈ (a; b):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), f(a), f(b)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sánh: số lớn nhất, nhỏ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Trên đoạn luôn có GTLN, GTNN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66" y="1463040"/>
            <a:ext cx="405206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[0;4]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[0;2\pi]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+5x+2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y=2x^3−3x^2+5x+2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[−1;1]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có cực đại ⇒ không có GTLN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0≤t≤12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N(t)=−t^3+12t^2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:r>
                  <a:rPr lang="vi-VN"/>
                  <a:t>0\le t\le 12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bài toán tối ưu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rào vườn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số, giải bằng đạo hàm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bằng đồ thị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trangtu66.github.io/Taode_thi_online/cc_bai2_t12.html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N(t)=−t^3+12t^2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Tối đa 25 600 người, tuần thứ 8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Lây nhanh nhất vào tuần thứ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cực đại ⇒ không GTLN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Loại nghiệm ngoài đoạn: min = −17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cả đầu mút: max = 10/3 tại x =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lấy nghiệm thuộc (a; 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V(x) = (60 − 2x)²·x,   0 &lt; x &lt;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V′(x) = 12x² − 480x + 3600 = 0 ⇔ x =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hình vuông cạnh 10 cm: V = 16 000 cm³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y=x−2+\frac{1}{x}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y'=1−\frac{1}{x^2}=0\Leftrightarrow x=1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y = y(1) = 0;  không có GTLN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64" y="4151375"/>
            <a:ext cx="5309791" cy="2066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