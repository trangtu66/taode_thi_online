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6" r:id="rId27"/>
    <p:sldId id="262" r:id="rId13"/>
    <p:sldId id="275" r:id="rId26"/>
    <p:sldId id="263" r:id="rId14"/>
    <p:sldId id="264" r:id="rId15"/>
    <p:sldId id="265" r:id="rId16"/>
    <p:sldId id="266" r:id="rId17"/>
    <p:sldId id="274" r:id="rId25"/>
    <p:sldId id="267" r:id="rId18"/>
    <p:sldId id="273" r:id="rId24"/>
    <p:sldId id="268" r:id="rId19"/>
    <p:sldId id="272" r:id="rId23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trangtu66.github.io/Taode_thi_online/cc_cd1bai1_t12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BIẾN NGẪU NHIÊN RỜI RẠC VÀ CÁC SỐ ĐẶC TRƯNG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 – Bài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5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biến ngẫu nhiên rời rạc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bảng phân bố xác suất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kì vọng E(X)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phương sai, độ lệch chuẩn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Ra quyết định dựa trên kì vọng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TRÒ CHƠI HAI VÒNG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Loại I: đúng 20 điểm;  loại II: đúng 80 điểm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Minh đúng loại I: 0,8;  loại II: 0,6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 thì dừng; đúng thì sang vòng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Vòng 1 nên chọn loại nào?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82986"/>
            <a:ext cx="4389120" cy="34692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BIẾN NGẪU NHIÊN RỜI RẠC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1: tung đồng xu 3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X: số lần xuất hiện mặt ngửa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 ∈ {0; 1; 2; 3}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Nhận hữu hạn giá trị số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dự đoán trước khi thử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BẢNG PHÂN BỐ XÁC SUẤT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Ví dụ 1: tung đồng xu 3 lần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8046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3/8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3/8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42900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1</a:t>
            </a:r>
            <a:r>
              <a:rPr sz="2400" b="1">
                <a:solidFill>
                  <a:srgbClr val="991B1B"/>
                </a:solidFill>
                <a:latin typeface="Calibri"/>
              </a:rPr>
              <a:t> + p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2</a:t>
            </a:r>
            <a:r>
              <a:rPr sz="2400" b="1">
                <a:solidFill>
                  <a:srgbClr val="991B1B"/>
                </a:solidFill>
                <a:latin typeface="Calibri"/>
              </a:rPr>
              <a:t> + … + p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n</a:t>
            </a:r>
            <a:r>
              <a:rPr sz="2400" b="1">
                <a:solidFill>
                  <a:srgbClr val="991B1B"/>
                </a:solidFill>
                <a:latin typeface="Calibri"/>
              </a:rPr>
              <a:t> 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TÍNH XÁC SUẤT BIẾN CỐ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X: số vụ vi phạm giao thông tối thứ Bảy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Giá trị 0; 1; 2; 3; 4;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Xác suất 0,1; 0,2; 0,3; 0,2; 0,15; 0,05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P(X ≤ 1), P(X ≥ 3), P(X ≥ 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LẤY BI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Hộp có 6 bi đỏ, 4 bi xanh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Lấy ngẫu nhiên 3 bi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X: số bi xanh lấy được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bảng phân bố xác suất của 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KÌ VỌNG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E(X): giá trị trung bình của 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E(X) không nhất thiết là giá trị của 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5: trung bình 2,04 con cá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E(X)=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E(X)=x_1p_1+x_2p_2+\dots+x_np_n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TÌNH HUỐNG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loại I: X ∈ {0; 20; 100}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= 0,2; 0,32; 0,48 ⇒ E(X) = 54,4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loại II: Y ∈ {0; 80; 100}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= 0,4; 0,12; 0,48 ⇒ E(Y) = 57,6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E(Y) &gt; E(X): nên chọn loại II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PHƯƠNG SAI, ĐỘ LỆCH CHUẨN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mức độ phân tán quanh E(X)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σ cùng đơn vị với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V(X)=∑(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−μ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sSub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σ(X)=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V(X)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V(X)=\sum(x_i−\mu)^2p_i=\sum x_i^2p_i−\mu^2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\sigma(X)=\sqrt{V(X)}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HĐ4: HAI PHƯƠNG ÁN ĐẦU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PA1: lãi 8 tỉ (xác suất 1/3), 2 tỉ (2/3)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PA2: lãi 5 tỉ hoặc 3 tỉ (mỗi khả năng 0,5)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E, V, σ của mỗi phương 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Phương án nào ít rủi ro hơn?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LUYỆN TẬP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7: tính E(X), V(X), σ(X)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3: tính V(X), σ(X)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(bảng phân bố xác suất trong SGK)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Dùng V(X) = E(X²) − [E(X)]²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V(X) = Σx²p = 4,9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P(X = 1) = 3/28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Bài 1.5: tổng hai quả cầu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E(X) = 4 bằng bảng tính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Nhóm: chọn giống cà phê, hồ tiêu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bảng phân bố, tính E, σ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Đưa ra khuyến nghị có lập luận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kèm Nhật ký sử dụng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20</a:t>
            </a:r>
          </a:p>
        </p:txBody>
      </p:sp>
      <p:pic>
        <p:nvPicPr>
          <p:cNvPr id="6" name="Picture 5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1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trangtu66.github.io/Taode_thi_online/cc_cd1bai1_t12.html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V(X) = Σx²p = 4,9 (quên trừ μ²)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P(X = 1) = 3/28 (đếm thiếu)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Đúng: V(X) = 4,9 − 2,1² = 0,49;  σ = 0,7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P(X = 1) = 15/28; tổng xác suất phải bằng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LUYỆN TẬP 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E(X) = 2,3;   V(X) = 2,01;   σ ≈ 1,418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3: V(X) = 5,78 − 2,04² = 1,6184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σ(X) ≈ 1,272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Công thức (2) tính nhanh hơn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HĐ4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91440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Phương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1: 8 hoặc 2 tỉ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≈ 2,83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2: 5 hoặc 3 tỉ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29184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σ nhỏ hơn: phương án 2 ít rủi ro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09067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6 bi đỏ, 4 bi xanh; lấy 3 bi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P(X=0)=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P(X=1)=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P(X=2)=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P(X=3)=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09067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6 bi đỏ, 4 bi xanh; lấy 3 bi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P(X=0)=\frac{C_6^3}{C_{10}^3}=\frac{1}{6}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P(X=1)=\frac{C_4^1C_6^2}{120}=\frac{1}{2}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P(X=2)=\frac{3}{10}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P(X=3)=\frac{1}{30}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73659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3659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Kiểm tra: tổng các xác suất bằng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Vi phạm giao thông tối thứ Bảy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P(X ≤ 1) = 0,1 + 0,2 = 0,3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P(X ≥ 3) = 0,2 + 0,15 + 0,05 = 0,4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P(X ≥ 2) = 1 − 0,3 = 0,7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Dùng quy tắc cộng, biến cố đối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